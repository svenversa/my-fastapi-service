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2" r:id="rId5"/>
    <p:sldId id="261" r:id="rId6"/>
    <p:sldId id="263" r:id="rId7"/>
    <p:sldId id="264" r:id="rId8"/>
    <p:sldId id="265" r:id="rId9"/>
    <p:sldId id="266" r:id="rId10"/>
    <p:sldId id="267" r:id="rId11"/>
    <p:sldId id="269" r:id="rId12"/>
    <p:sldId id="270" r:id="rId13"/>
    <p:sldId id="271" r:id="rId14"/>
    <p:sldId id="272" r:id="rId15"/>
    <p:sldId id="274" r:id="rId16"/>
    <p:sldId id="275" r:id="rId17"/>
    <p:sldId id="276" r:id="rId18"/>
    <p:sldId id="277" r:id="rId19"/>
    <p:sldId id="279" r:id="rId20"/>
    <p:sldId id="281" r:id="rId21"/>
    <p:sldId id="282" r:id="rId22"/>
    <p:sldId id="283" r:id="rId23"/>
    <p:sldId id="284" r:id="rId24"/>
    <p:sldId id="286" r:id="rId25"/>
    <p:sldId id="285" r:id="rId26"/>
    <p:sldId id="287" r:id="rId27"/>
    <p:sldId id="288" r:id="rId28"/>
    <p:sldId id="28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0" d="100"/>
          <a:sy n="40" d="100"/>
        </p:scale>
        <p:origin x="39" y="3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52D60-4D97-8DAE-09C1-50F3F798ACF8}"/>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en-US"/>
              <a:t>Click to edit Master title style</a:t>
            </a:r>
          </a:p>
        </p:txBody>
      </p:sp>
      <p:sp>
        <p:nvSpPr>
          <p:cNvPr id="3" name="Subtitle 2">
            <a:extLst>
              <a:ext uri="{FF2B5EF4-FFF2-40B4-BE49-F238E27FC236}">
                <a16:creationId xmlns:a16="http://schemas.microsoft.com/office/drawing/2014/main" id="{E9D0C6FA-6458-2A78-29D9-C7BAF0740AE7}"/>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en-US"/>
              <a:t>Click to edit Master subtitle style</a:t>
            </a:r>
          </a:p>
        </p:txBody>
      </p:sp>
      <p:sp>
        <p:nvSpPr>
          <p:cNvPr id="4" name="Date Placeholder 3">
            <a:extLst>
              <a:ext uri="{FF2B5EF4-FFF2-40B4-BE49-F238E27FC236}">
                <a16:creationId xmlns:a16="http://schemas.microsoft.com/office/drawing/2014/main" id="{FAFE816E-FD19-8577-CD33-66D42E44B30C}"/>
              </a:ext>
            </a:extLst>
          </p:cNvPr>
          <p:cNvSpPr txBox="1">
            <a:spLocks noGrp="1"/>
          </p:cNvSpPr>
          <p:nvPr>
            <p:ph type="dt" sz="half" idx="7"/>
          </p:nvPr>
        </p:nvSpPr>
        <p:spPr/>
        <p:txBody>
          <a:bodyPr/>
          <a:lstStyle>
            <a:lvl1pPr>
              <a:defRPr/>
            </a:lvl1pPr>
          </a:lstStyle>
          <a:p>
            <a:pPr lvl="0"/>
            <a:fld id="{764897B3-E780-4468-8DCC-49C2FC14612A}" type="datetime1">
              <a:rPr lang="en-US"/>
              <a:pPr lvl="0"/>
              <a:t>8/7/2026</a:t>
            </a:fld>
            <a:endParaRPr lang="en-US"/>
          </a:p>
        </p:txBody>
      </p:sp>
      <p:sp>
        <p:nvSpPr>
          <p:cNvPr id="5" name="Footer Placeholder 4">
            <a:extLst>
              <a:ext uri="{FF2B5EF4-FFF2-40B4-BE49-F238E27FC236}">
                <a16:creationId xmlns:a16="http://schemas.microsoft.com/office/drawing/2014/main" id="{6CE41F82-5600-7F85-A998-4DBA8A741071}"/>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60598DB9-1573-C401-964F-DA92D1D1407C}"/>
              </a:ext>
            </a:extLst>
          </p:cNvPr>
          <p:cNvSpPr txBox="1">
            <a:spLocks noGrp="1"/>
          </p:cNvSpPr>
          <p:nvPr>
            <p:ph type="sldNum" sz="quarter" idx="8"/>
          </p:nvPr>
        </p:nvSpPr>
        <p:spPr/>
        <p:txBody>
          <a:bodyPr/>
          <a:lstStyle>
            <a:lvl1pPr>
              <a:defRPr/>
            </a:lvl1pPr>
          </a:lstStyle>
          <a:p>
            <a:pPr lvl="0"/>
            <a:fld id="{ED1136CD-148A-416D-88A9-0312010E8ADC}" type="slidenum">
              <a:t>‹#›</a:t>
            </a:fld>
            <a:endParaRPr lang="en-US"/>
          </a:p>
        </p:txBody>
      </p:sp>
    </p:spTree>
    <p:extLst>
      <p:ext uri="{BB962C8B-B14F-4D97-AF65-F5344CB8AC3E}">
        <p14:creationId xmlns:p14="http://schemas.microsoft.com/office/powerpoint/2010/main" val="77143943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C29B9-E645-CE6D-C1C5-5A7055B05B1E}"/>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BEEE7A73-DE19-1A88-ACD7-E0AEABB39C36}"/>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586A24-CB6A-57AC-6C52-89EBD49E7B7E}"/>
              </a:ext>
            </a:extLst>
          </p:cNvPr>
          <p:cNvSpPr txBox="1">
            <a:spLocks noGrp="1"/>
          </p:cNvSpPr>
          <p:nvPr>
            <p:ph type="dt" sz="half" idx="7"/>
          </p:nvPr>
        </p:nvSpPr>
        <p:spPr/>
        <p:txBody>
          <a:bodyPr/>
          <a:lstStyle>
            <a:lvl1pPr>
              <a:defRPr/>
            </a:lvl1pPr>
          </a:lstStyle>
          <a:p>
            <a:pPr lvl="0"/>
            <a:fld id="{5A80B370-5B79-4BBD-8625-1F6C9BA1E4FF}" type="datetime1">
              <a:rPr lang="en-US"/>
              <a:pPr lvl="0"/>
              <a:t>8/7/2026</a:t>
            </a:fld>
            <a:endParaRPr lang="en-US"/>
          </a:p>
        </p:txBody>
      </p:sp>
      <p:sp>
        <p:nvSpPr>
          <p:cNvPr id="5" name="Footer Placeholder 4">
            <a:extLst>
              <a:ext uri="{FF2B5EF4-FFF2-40B4-BE49-F238E27FC236}">
                <a16:creationId xmlns:a16="http://schemas.microsoft.com/office/drawing/2014/main" id="{1935CB01-FD13-FCF8-2763-BD9176BAFF47}"/>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2D78D57C-819C-AE88-38AF-8216B133E3B1}"/>
              </a:ext>
            </a:extLst>
          </p:cNvPr>
          <p:cNvSpPr txBox="1">
            <a:spLocks noGrp="1"/>
          </p:cNvSpPr>
          <p:nvPr>
            <p:ph type="sldNum" sz="quarter" idx="8"/>
          </p:nvPr>
        </p:nvSpPr>
        <p:spPr/>
        <p:txBody>
          <a:bodyPr/>
          <a:lstStyle>
            <a:lvl1pPr>
              <a:defRPr/>
            </a:lvl1pPr>
          </a:lstStyle>
          <a:p>
            <a:pPr lvl="0"/>
            <a:fld id="{1DCC7602-E1DD-47EB-AD5A-8A25E781210A}" type="slidenum">
              <a:t>‹#›</a:t>
            </a:fld>
            <a:endParaRPr lang="en-US"/>
          </a:p>
        </p:txBody>
      </p:sp>
    </p:spTree>
    <p:extLst>
      <p:ext uri="{BB962C8B-B14F-4D97-AF65-F5344CB8AC3E}">
        <p14:creationId xmlns:p14="http://schemas.microsoft.com/office/powerpoint/2010/main" val="36213849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ED57B-5A65-D080-307B-A52C8BBA7D80}"/>
              </a:ext>
            </a:extLst>
          </p:cNvPr>
          <p:cNvSpPr txBox="1">
            <a:spLocks noGrp="1"/>
          </p:cNvSpPr>
          <p:nvPr>
            <p:ph type="title"/>
          </p:nvPr>
        </p:nvSpPr>
        <p:spPr>
          <a:xfrm>
            <a:off x="831847" y="1709735"/>
            <a:ext cx="10515600" cy="2852735"/>
          </a:xfrm>
        </p:spPr>
        <p:txBody>
          <a:bodyPr anchor="b"/>
          <a:lstStyle>
            <a:lvl1pPr>
              <a:defRPr sz="6000"/>
            </a:lvl1pPr>
          </a:lstStyle>
          <a:p>
            <a:pPr lvl="0"/>
            <a:r>
              <a:rPr lang="en-US"/>
              <a:t>Click to edit Master title style</a:t>
            </a:r>
          </a:p>
        </p:txBody>
      </p:sp>
      <p:sp>
        <p:nvSpPr>
          <p:cNvPr id="3" name="Text Placeholder 2">
            <a:extLst>
              <a:ext uri="{FF2B5EF4-FFF2-40B4-BE49-F238E27FC236}">
                <a16:creationId xmlns:a16="http://schemas.microsoft.com/office/drawing/2014/main" id="{F9485794-3243-9EFF-52A8-40165B3965C6}"/>
              </a:ext>
            </a:extLst>
          </p:cNvPr>
          <p:cNvSpPr txBox="1">
            <a:spLocks noGrp="1"/>
          </p:cNvSpPr>
          <p:nvPr>
            <p:ph type="body" idx="1"/>
          </p:nvPr>
        </p:nvSpPr>
        <p:spPr>
          <a:xfrm>
            <a:off x="831847" y="4589465"/>
            <a:ext cx="10515600" cy="1500182"/>
          </a:xfrm>
        </p:spPr>
        <p:txBody>
          <a:bodyPr/>
          <a:lstStyle>
            <a:lvl1pPr marL="0" indent="0">
              <a:buNone/>
              <a:defRPr sz="2400">
                <a:solidFill>
                  <a:srgbClr val="898989"/>
                </a:solidFill>
              </a:defRPr>
            </a:lvl1pPr>
          </a:lstStyle>
          <a:p>
            <a:pPr lvl="0"/>
            <a:r>
              <a:rPr lang="en-US"/>
              <a:t>Edit Master text styles</a:t>
            </a:r>
          </a:p>
        </p:txBody>
      </p:sp>
      <p:sp>
        <p:nvSpPr>
          <p:cNvPr id="4" name="Date Placeholder 3">
            <a:extLst>
              <a:ext uri="{FF2B5EF4-FFF2-40B4-BE49-F238E27FC236}">
                <a16:creationId xmlns:a16="http://schemas.microsoft.com/office/drawing/2014/main" id="{5F3543A3-0BCD-1523-B7B6-007FCBFB747C}"/>
              </a:ext>
            </a:extLst>
          </p:cNvPr>
          <p:cNvSpPr txBox="1">
            <a:spLocks noGrp="1"/>
          </p:cNvSpPr>
          <p:nvPr>
            <p:ph type="dt" sz="half" idx="7"/>
          </p:nvPr>
        </p:nvSpPr>
        <p:spPr/>
        <p:txBody>
          <a:bodyPr/>
          <a:lstStyle>
            <a:lvl1pPr>
              <a:defRPr/>
            </a:lvl1pPr>
          </a:lstStyle>
          <a:p>
            <a:pPr lvl="0"/>
            <a:fld id="{44AE3C6F-2A00-4FB0-A7CE-D7F35E3DE7EA}" type="datetime1">
              <a:rPr lang="en-US"/>
              <a:pPr lvl="0"/>
              <a:t>8/7/2026</a:t>
            </a:fld>
            <a:endParaRPr lang="en-US"/>
          </a:p>
        </p:txBody>
      </p:sp>
      <p:sp>
        <p:nvSpPr>
          <p:cNvPr id="5" name="Footer Placeholder 4">
            <a:extLst>
              <a:ext uri="{FF2B5EF4-FFF2-40B4-BE49-F238E27FC236}">
                <a16:creationId xmlns:a16="http://schemas.microsoft.com/office/drawing/2014/main" id="{3D8F9705-8E3F-519E-2C33-9D05CB68AF68}"/>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2589F903-FD50-FA24-8B50-58557ACF4B35}"/>
              </a:ext>
            </a:extLst>
          </p:cNvPr>
          <p:cNvSpPr txBox="1">
            <a:spLocks noGrp="1"/>
          </p:cNvSpPr>
          <p:nvPr>
            <p:ph type="sldNum" sz="quarter" idx="8"/>
          </p:nvPr>
        </p:nvSpPr>
        <p:spPr/>
        <p:txBody>
          <a:bodyPr/>
          <a:lstStyle>
            <a:lvl1pPr>
              <a:defRPr/>
            </a:lvl1pPr>
          </a:lstStyle>
          <a:p>
            <a:pPr lvl="0"/>
            <a:fld id="{22CFA6BC-E817-4432-9F6E-3DFD857DBD9A}" type="slidenum">
              <a:t>‹#›</a:t>
            </a:fld>
            <a:endParaRPr lang="en-US"/>
          </a:p>
        </p:txBody>
      </p:sp>
    </p:spTree>
    <p:extLst>
      <p:ext uri="{BB962C8B-B14F-4D97-AF65-F5344CB8AC3E}">
        <p14:creationId xmlns:p14="http://schemas.microsoft.com/office/powerpoint/2010/main" val="3104890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FF8F6-0445-D9F4-69ED-85B9D04C26EC}"/>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761456B6-7D1D-0BD6-FC66-87CA447BF7E8}"/>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6BB06DE-B780-7201-6856-430F5A779124}"/>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58015FB-C26F-1FFF-E993-322414E484B8}"/>
              </a:ext>
            </a:extLst>
          </p:cNvPr>
          <p:cNvSpPr txBox="1">
            <a:spLocks noGrp="1"/>
          </p:cNvSpPr>
          <p:nvPr>
            <p:ph type="dt" sz="half" idx="7"/>
          </p:nvPr>
        </p:nvSpPr>
        <p:spPr/>
        <p:txBody>
          <a:bodyPr/>
          <a:lstStyle>
            <a:lvl1pPr>
              <a:defRPr/>
            </a:lvl1pPr>
          </a:lstStyle>
          <a:p>
            <a:pPr lvl="0"/>
            <a:fld id="{70CE40B6-8BD9-4714-BFCB-C07CB5564DB6}" type="datetime1">
              <a:rPr lang="en-US"/>
              <a:pPr lvl="0"/>
              <a:t>8/7/2026</a:t>
            </a:fld>
            <a:endParaRPr lang="en-US"/>
          </a:p>
        </p:txBody>
      </p:sp>
      <p:sp>
        <p:nvSpPr>
          <p:cNvPr id="6" name="Footer Placeholder 5">
            <a:extLst>
              <a:ext uri="{FF2B5EF4-FFF2-40B4-BE49-F238E27FC236}">
                <a16:creationId xmlns:a16="http://schemas.microsoft.com/office/drawing/2014/main" id="{29B46F26-EA0E-D38E-271F-1A3B1B811E72}"/>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55A6815E-D4EB-672F-3AE0-8D0819C7BFA4}"/>
              </a:ext>
            </a:extLst>
          </p:cNvPr>
          <p:cNvSpPr txBox="1">
            <a:spLocks noGrp="1"/>
          </p:cNvSpPr>
          <p:nvPr>
            <p:ph type="sldNum" sz="quarter" idx="8"/>
          </p:nvPr>
        </p:nvSpPr>
        <p:spPr/>
        <p:txBody>
          <a:bodyPr/>
          <a:lstStyle>
            <a:lvl1pPr>
              <a:defRPr/>
            </a:lvl1pPr>
          </a:lstStyle>
          <a:p>
            <a:pPr lvl="0"/>
            <a:fld id="{D7CE4F90-B566-4693-A23F-0F6EC98437B5}" type="slidenum">
              <a:t>‹#›</a:t>
            </a:fld>
            <a:endParaRPr lang="en-US"/>
          </a:p>
        </p:txBody>
      </p:sp>
    </p:spTree>
    <p:extLst>
      <p:ext uri="{BB962C8B-B14F-4D97-AF65-F5344CB8AC3E}">
        <p14:creationId xmlns:p14="http://schemas.microsoft.com/office/powerpoint/2010/main" val="592897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5C448-EEC5-936D-3F92-A7FD13643E70}"/>
              </a:ext>
            </a:extLst>
          </p:cNvPr>
          <p:cNvSpPr txBox="1">
            <a:spLocks noGrp="1"/>
          </p:cNvSpPr>
          <p:nvPr>
            <p:ph type="title"/>
          </p:nvPr>
        </p:nvSpPr>
        <p:spPr>
          <a:xfrm>
            <a:off x="839784" y="365129"/>
            <a:ext cx="10515600" cy="1325559"/>
          </a:xfrm>
        </p:spPr>
        <p:txBody>
          <a:bodyPr/>
          <a:lstStyle>
            <a:lvl1pPr>
              <a:defRPr/>
            </a:lvl1pPr>
          </a:lstStyle>
          <a:p>
            <a:pPr lvl="0"/>
            <a:r>
              <a:rPr lang="en-US"/>
              <a:t>Click to edit Master title style</a:t>
            </a:r>
          </a:p>
        </p:txBody>
      </p:sp>
      <p:sp>
        <p:nvSpPr>
          <p:cNvPr id="3" name="Text Placeholder 2">
            <a:extLst>
              <a:ext uri="{FF2B5EF4-FFF2-40B4-BE49-F238E27FC236}">
                <a16:creationId xmlns:a16="http://schemas.microsoft.com/office/drawing/2014/main" id="{49C474D2-B10C-D5DD-CD06-445A67513A32}"/>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en-US"/>
              <a:t>Edit Master text styles</a:t>
            </a:r>
          </a:p>
        </p:txBody>
      </p:sp>
      <p:sp>
        <p:nvSpPr>
          <p:cNvPr id="4" name="Content Placeholder 3">
            <a:extLst>
              <a:ext uri="{FF2B5EF4-FFF2-40B4-BE49-F238E27FC236}">
                <a16:creationId xmlns:a16="http://schemas.microsoft.com/office/drawing/2014/main" id="{2D915B7F-0A75-006C-BF2A-F8528BBB1C36}"/>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2E55F3-4C1A-54C6-B226-1DB2EED0FDF2}"/>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en-US"/>
              <a:t>Edit Master text styles</a:t>
            </a:r>
          </a:p>
        </p:txBody>
      </p:sp>
      <p:sp>
        <p:nvSpPr>
          <p:cNvPr id="6" name="Content Placeholder 5">
            <a:extLst>
              <a:ext uri="{FF2B5EF4-FFF2-40B4-BE49-F238E27FC236}">
                <a16:creationId xmlns:a16="http://schemas.microsoft.com/office/drawing/2014/main" id="{DDE13DFD-D5FC-0D50-1CF6-AC511DC2F3EB}"/>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893841-B9A8-3C6C-35F9-3BC95891CA9D}"/>
              </a:ext>
            </a:extLst>
          </p:cNvPr>
          <p:cNvSpPr txBox="1">
            <a:spLocks noGrp="1"/>
          </p:cNvSpPr>
          <p:nvPr>
            <p:ph type="dt" sz="half" idx="7"/>
          </p:nvPr>
        </p:nvSpPr>
        <p:spPr/>
        <p:txBody>
          <a:bodyPr/>
          <a:lstStyle>
            <a:lvl1pPr>
              <a:defRPr/>
            </a:lvl1pPr>
          </a:lstStyle>
          <a:p>
            <a:pPr lvl="0"/>
            <a:fld id="{C1C51905-6031-4627-B2F5-7AF39BB4662E}" type="datetime1">
              <a:rPr lang="en-US"/>
              <a:pPr lvl="0"/>
              <a:t>8/7/2026</a:t>
            </a:fld>
            <a:endParaRPr lang="en-US"/>
          </a:p>
        </p:txBody>
      </p:sp>
      <p:sp>
        <p:nvSpPr>
          <p:cNvPr id="8" name="Footer Placeholder 7">
            <a:extLst>
              <a:ext uri="{FF2B5EF4-FFF2-40B4-BE49-F238E27FC236}">
                <a16:creationId xmlns:a16="http://schemas.microsoft.com/office/drawing/2014/main" id="{AE8EF1EB-2864-BDF4-5E5A-1EF10F1D7774}"/>
              </a:ext>
            </a:extLst>
          </p:cNvPr>
          <p:cNvSpPr txBox="1">
            <a:spLocks noGrp="1"/>
          </p:cNvSpPr>
          <p:nvPr>
            <p:ph type="ftr" sz="quarter" idx="9"/>
          </p:nvPr>
        </p:nvSpPr>
        <p:spPr/>
        <p:txBody>
          <a:bodyPr/>
          <a:lstStyle>
            <a:lvl1pPr>
              <a:defRPr/>
            </a:lvl1pPr>
          </a:lstStyle>
          <a:p>
            <a:pPr lvl="0"/>
            <a:endParaRPr lang="en-US"/>
          </a:p>
        </p:txBody>
      </p:sp>
      <p:sp>
        <p:nvSpPr>
          <p:cNvPr id="9" name="Slide Number Placeholder 8">
            <a:extLst>
              <a:ext uri="{FF2B5EF4-FFF2-40B4-BE49-F238E27FC236}">
                <a16:creationId xmlns:a16="http://schemas.microsoft.com/office/drawing/2014/main" id="{39EF4148-082A-4949-ACE0-908ECF5A5ECE}"/>
              </a:ext>
            </a:extLst>
          </p:cNvPr>
          <p:cNvSpPr txBox="1">
            <a:spLocks noGrp="1"/>
          </p:cNvSpPr>
          <p:nvPr>
            <p:ph type="sldNum" sz="quarter" idx="8"/>
          </p:nvPr>
        </p:nvSpPr>
        <p:spPr/>
        <p:txBody>
          <a:bodyPr/>
          <a:lstStyle>
            <a:lvl1pPr>
              <a:defRPr/>
            </a:lvl1pPr>
          </a:lstStyle>
          <a:p>
            <a:pPr lvl="0"/>
            <a:fld id="{3DC2B95C-12C2-4878-823F-7B51DCCA32BC}" type="slidenum">
              <a:t>‹#›</a:t>
            </a:fld>
            <a:endParaRPr lang="en-US"/>
          </a:p>
        </p:txBody>
      </p:sp>
    </p:spTree>
    <p:extLst>
      <p:ext uri="{BB962C8B-B14F-4D97-AF65-F5344CB8AC3E}">
        <p14:creationId xmlns:p14="http://schemas.microsoft.com/office/powerpoint/2010/main" val="2506837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8D7F6-2BC8-5C5E-0A18-2475773789E9}"/>
              </a:ext>
            </a:extLst>
          </p:cNvPr>
          <p:cNvSpPr txBox="1">
            <a:spLocks noGrp="1"/>
          </p:cNvSpPr>
          <p:nvPr>
            <p:ph type="title"/>
          </p:nvPr>
        </p:nvSpPr>
        <p:spPr/>
        <p:txBody>
          <a:bodyPr/>
          <a:lstStyle>
            <a:lvl1pPr>
              <a:defRPr/>
            </a:lvl1pPr>
          </a:lstStyle>
          <a:p>
            <a:pPr lvl="0"/>
            <a:r>
              <a:rPr lang="en-US"/>
              <a:t>Click to edit Master title style</a:t>
            </a:r>
          </a:p>
        </p:txBody>
      </p:sp>
      <p:sp>
        <p:nvSpPr>
          <p:cNvPr id="3" name="Date Placeholder 2">
            <a:extLst>
              <a:ext uri="{FF2B5EF4-FFF2-40B4-BE49-F238E27FC236}">
                <a16:creationId xmlns:a16="http://schemas.microsoft.com/office/drawing/2014/main" id="{4483978E-6066-4FDF-36BD-20966CDE6DC1}"/>
              </a:ext>
            </a:extLst>
          </p:cNvPr>
          <p:cNvSpPr txBox="1">
            <a:spLocks noGrp="1"/>
          </p:cNvSpPr>
          <p:nvPr>
            <p:ph type="dt" sz="half" idx="7"/>
          </p:nvPr>
        </p:nvSpPr>
        <p:spPr/>
        <p:txBody>
          <a:bodyPr/>
          <a:lstStyle>
            <a:lvl1pPr>
              <a:defRPr/>
            </a:lvl1pPr>
          </a:lstStyle>
          <a:p>
            <a:pPr lvl="0"/>
            <a:fld id="{8295680D-A6A3-4F10-9A06-A43F88EAC44C}" type="datetime1">
              <a:rPr lang="en-US"/>
              <a:pPr lvl="0"/>
              <a:t>8/7/2026</a:t>
            </a:fld>
            <a:endParaRPr lang="en-US"/>
          </a:p>
        </p:txBody>
      </p:sp>
      <p:sp>
        <p:nvSpPr>
          <p:cNvPr id="4" name="Footer Placeholder 3">
            <a:extLst>
              <a:ext uri="{FF2B5EF4-FFF2-40B4-BE49-F238E27FC236}">
                <a16:creationId xmlns:a16="http://schemas.microsoft.com/office/drawing/2014/main" id="{0AEA253C-6B8E-05F3-880D-C2B562DB4B21}"/>
              </a:ext>
            </a:extLst>
          </p:cNvPr>
          <p:cNvSpPr txBox="1">
            <a:spLocks noGrp="1"/>
          </p:cNvSpPr>
          <p:nvPr>
            <p:ph type="ftr" sz="quarter" idx="9"/>
          </p:nvPr>
        </p:nvSpPr>
        <p:spPr/>
        <p:txBody>
          <a:bodyPr/>
          <a:lstStyle>
            <a:lvl1pPr>
              <a:defRPr/>
            </a:lvl1pPr>
          </a:lstStyle>
          <a:p>
            <a:pPr lvl="0"/>
            <a:endParaRPr lang="en-US"/>
          </a:p>
        </p:txBody>
      </p:sp>
      <p:sp>
        <p:nvSpPr>
          <p:cNvPr id="5" name="Slide Number Placeholder 4">
            <a:extLst>
              <a:ext uri="{FF2B5EF4-FFF2-40B4-BE49-F238E27FC236}">
                <a16:creationId xmlns:a16="http://schemas.microsoft.com/office/drawing/2014/main" id="{20A1AC94-A087-DE33-19D9-59EECAE398D2}"/>
              </a:ext>
            </a:extLst>
          </p:cNvPr>
          <p:cNvSpPr txBox="1">
            <a:spLocks noGrp="1"/>
          </p:cNvSpPr>
          <p:nvPr>
            <p:ph type="sldNum" sz="quarter" idx="8"/>
          </p:nvPr>
        </p:nvSpPr>
        <p:spPr/>
        <p:txBody>
          <a:bodyPr/>
          <a:lstStyle>
            <a:lvl1pPr>
              <a:defRPr/>
            </a:lvl1pPr>
          </a:lstStyle>
          <a:p>
            <a:pPr lvl="0"/>
            <a:fld id="{ABCA1141-4FC4-42CF-8EE6-3A5EA4548A0C}" type="slidenum">
              <a:t>‹#›</a:t>
            </a:fld>
            <a:endParaRPr lang="en-US"/>
          </a:p>
        </p:txBody>
      </p:sp>
    </p:spTree>
    <p:extLst>
      <p:ext uri="{BB962C8B-B14F-4D97-AF65-F5344CB8AC3E}">
        <p14:creationId xmlns:p14="http://schemas.microsoft.com/office/powerpoint/2010/main" val="2543293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973DB6-AF08-3AF5-8AFB-05CA052E5544}"/>
              </a:ext>
            </a:extLst>
          </p:cNvPr>
          <p:cNvSpPr txBox="1">
            <a:spLocks noGrp="1"/>
          </p:cNvSpPr>
          <p:nvPr>
            <p:ph type="dt" sz="half" idx="7"/>
          </p:nvPr>
        </p:nvSpPr>
        <p:spPr/>
        <p:txBody>
          <a:bodyPr/>
          <a:lstStyle>
            <a:lvl1pPr>
              <a:defRPr/>
            </a:lvl1pPr>
          </a:lstStyle>
          <a:p>
            <a:pPr lvl="0"/>
            <a:fld id="{9F296351-BB63-473F-A165-747F20E60EE6}" type="datetime1">
              <a:rPr lang="en-US"/>
              <a:pPr lvl="0"/>
              <a:t>8/7/2026</a:t>
            </a:fld>
            <a:endParaRPr lang="en-US"/>
          </a:p>
        </p:txBody>
      </p:sp>
      <p:sp>
        <p:nvSpPr>
          <p:cNvPr id="3" name="Footer Placeholder 2">
            <a:extLst>
              <a:ext uri="{FF2B5EF4-FFF2-40B4-BE49-F238E27FC236}">
                <a16:creationId xmlns:a16="http://schemas.microsoft.com/office/drawing/2014/main" id="{EBC9495F-7625-90B5-0CD7-B96C63862BA8}"/>
              </a:ext>
            </a:extLst>
          </p:cNvPr>
          <p:cNvSpPr txBox="1">
            <a:spLocks noGrp="1"/>
          </p:cNvSpPr>
          <p:nvPr>
            <p:ph type="ftr" sz="quarter" idx="9"/>
          </p:nvPr>
        </p:nvSpPr>
        <p:spPr/>
        <p:txBody>
          <a:bodyPr/>
          <a:lstStyle>
            <a:lvl1pPr>
              <a:defRPr/>
            </a:lvl1pPr>
          </a:lstStyle>
          <a:p>
            <a:pPr lvl="0"/>
            <a:endParaRPr lang="en-US"/>
          </a:p>
        </p:txBody>
      </p:sp>
      <p:sp>
        <p:nvSpPr>
          <p:cNvPr id="4" name="Slide Number Placeholder 3">
            <a:extLst>
              <a:ext uri="{FF2B5EF4-FFF2-40B4-BE49-F238E27FC236}">
                <a16:creationId xmlns:a16="http://schemas.microsoft.com/office/drawing/2014/main" id="{A36B2088-6E78-F351-E6AD-2B8CA578D836}"/>
              </a:ext>
            </a:extLst>
          </p:cNvPr>
          <p:cNvSpPr txBox="1">
            <a:spLocks noGrp="1"/>
          </p:cNvSpPr>
          <p:nvPr>
            <p:ph type="sldNum" sz="quarter" idx="8"/>
          </p:nvPr>
        </p:nvSpPr>
        <p:spPr/>
        <p:txBody>
          <a:bodyPr/>
          <a:lstStyle>
            <a:lvl1pPr>
              <a:defRPr/>
            </a:lvl1pPr>
          </a:lstStyle>
          <a:p>
            <a:pPr lvl="0"/>
            <a:fld id="{CC041413-FDFE-4A7A-A6DB-044F49C3961F}" type="slidenum">
              <a:t>‹#›</a:t>
            </a:fld>
            <a:endParaRPr lang="en-US"/>
          </a:p>
        </p:txBody>
      </p:sp>
    </p:spTree>
    <p:extLst>
      <p:ext uri="{BB962C8B-B14F-4D97-AF65-F5344CB8AC3E}">
        <p14:creationId xmlns:p14="http://schemas.microsoft.com/office/powerpoint/2010/main" val="2438822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2A8AF-6564-9C6C-6B77-34D6DE529F19}"/>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p>
        </p:txBody>
      </p:sp>
      <p:sp>
        <p:nvSpPr>
          <p:cNvPr id="3" name="Content Placeholder 2">
            <a:extLst>
              <a:ext uri="{FF2B5EF4-FFF2-40B4-BE49-F238E27FC236}">
                <a16:creationId xmlns:a16="http://schemas.microsoft.com/office/drawing/2014/main" id="{BA0EA3D6-A883-7E06-DFF9-6BA1329841C1}"/>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8D4E003-6725-04D2-17D6-97109B021EC2}"/>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Edit Master text styles</a:t>
            </a:r>
          </a:p>
        </p:txBody>
      </p:sp>
      <p:sp>
        <p:nvSpPr>
          <p:cNvPr id="5" name="Date Placeholder 4">
            <a:extLst>
              <a:ext uri="{FF2B5EF4-FFF2-40B4-BE49-F238E27FC236}">
                <a16:creationId xmlns:a16="http://schemas.microsoft.com/office/drawing/2014/main" id="{F8E19DB4-82CD-FBAA-7FD2-AA1216128B32}"/>
              </a:ext>
            </a:extLst>
          </p:cNvPr>
          <p:cNvSpPr txBox="1">
            <a:spLocks noGrp="1"/>
          </p:cNvSpPr>
          <p:nvPr>
            <p:ph type="dt" sz="half" idx="7"/>
          </p:nvPr>
        </p:nvSpPr>
        <p:spPr/>
        <p:txBody>
          <a:bodyPr/>
          <a:lstStyle>
            <a:lvl1pPr>
              <a:defRPr/>
            </a:lvl1pPr>
          </a:lstStyle>
          <a:p>
            <a:pPr lvl="0"/>
            <a:fld id="{712DFB49-7E97-48EE-8F09-66A4EBEE37CC}" type="datetime1">
              <a:rPr lang="en-US"/>
              <a:pPr lvl="0"/>
              <a:t>8/7/2026</a:t>
            </a:fld>
            <a:endParaRPr lang="en-US"/>
          </a:p>
        </p:txBody>
      </p:sp>
      <p:sp>
        <p:nvSpPr>
          <p:cNvPr id="6" name="Footer Placeholder 5">
            <a:extLst>
              <a:ext uri="{FF2B5EF4-FFF2-40B4-BE49-F238E27FC236}">
                <a16:creationId xmlns:a16="http://schemas.microsoft.com/office/drawing/2014/main" id="{CCEAE492-8827-7AC8-7305-88C8EBE0C49D}"/>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176A2533-36F4-B3D3-233B-A74D9405D127}"/>
              </a:ext>
            </a:extLst>
          </p:cNvPr>
          <p:cNvSpPr txBox="1">
            <a:spLocks noGrp="1"/>
          </p:cNvSpPr>
          <p:nvPr>
            <p:ph type="sldNum" sz="quarter" idx="8"/>
          </p:nvPr>
        </p:nvSpPr>
        <p:spPr/>
        <p:txBody>
          <a:bodyPr/>
          <a:lstStyle>
            <a:lvl1pPr>
              <a:defRPr/>
            </a:lvl1pPr>
          </a:lstStyle>
          <a:p>
            <a:pPr lvl="0"/>
            <a:fld id="{083B04FD-6F1C-43AA-B2C4-3D59979197D7}" type="slidenum">
              <a:t>‹#›</a:t>
            </a:fld>
            <a:endParaRPr lang="en-US"/>
          </a:p>
        </p:txBody>
      </p:sp>
    </p:spTree>
    <p:extLst>
      <p:ext uri="{BB962C8B-B14F-4D97-AF65-F5344CB8AC3E}">
        <p14:creationId xmlns:p14="http://schemas.microsoft.com/office/powerpoint/2010/main" val="49741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4EE8F-1E84-2BDD-799A-605D5A416197}"/>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p>
        </p:txBody>
      </p:sp>
      <p:sp>
        <p:nvSpPr>
          <p:cNvPr id="3" name="Picture Placeholder 2">
            <a:extLst>
              <a:ext uri="{FF2B5EF4-FFF2-40B4-BE49-F238E27FC236}">
                <a16:creationId xmlns:a16="http://schemas.microsoft.com/office/drawing/2014/main" id="{4DBCCE8D-A2E6-2EE8-48EC-38B084DC78AF}"/>
              </a:ext>
            </a:extLst>
          </p:cNvPr>
          <p:cNvSpPr txBox="1">
            <a:spLocks noGrp="1"/>
          </p:cNvSpPr>
          <p:nvPr>
            <p:ph type="pic" idx="1"/>
          </p:nvPr>
        </p:nvSpPr>
        <p:spPr>
          <a:xfrm>
            <a:off x="5183184" y="987423"/>
            <a:ext cx="6172200" cy="4873623"/>
          </a:xfrm>
        </p:spPr>
        <p:txBody>
          <a:bodyPr/>
          <a:lstStyle>
            <a:lvl1pPr marL="0" indent="0">
              <a:buNone/>
              <a:defRPr sz="3200"/>
            </a:lvl1pPr>
          </a:lstStyle>
          <a:p>
            <a:pPr lvl="0"/>
            <a:endParaRPr lang="en-US"/>
          </a:p>
        </p:txBody>
      </p:sp>
      <p:sp>
        <p:nvSpPr>
          <p:cNvPr id="4" name="Text Placeholder 3">
            <a:extLst>
              <a:ext uri="{FF2B5EF4-FFF2-40B4-BE49-F238E27FC236}">
                <a16:creationId xmlns:a16="http://schemas.microsoft.com/office/drawing/2014/main" id="{0B481EDC-BF54-1924-7458-6E1849423A3A}"/>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Edit Master text styles</a:t>
            </a:r>
          </a:p>
        </p:txBody>
      </p:sp>
      <p:sp>
        <p:nvSpPr>
          <p:cNvPr id="5" name="Date Placeholder 4">
            <a:extLst>
              <a:ext uri="{FF2B5EF4-FFF2-40B4-BE49-F238E27FC236}">
                <a16:creationId xmlns:a16="http://schemas.microsoft.com/office/drawing/2014/main" id="{A30112C5-87A6-3BA8-5B18-4D454F263BF8}"/>
              </a:ext>
            </a:extLst>
          </p:cNvPr>
          <p:cNvSpPr txBox="1">
            <a:spLocks noGrp="1"/>
          </p:cNvSpPr>
          <p:nvPr>
            <p:ph type="dt" sz="half" idx="7"/>
          </p:nvPr>
        </p:nvSpPr>
        <p:spPr/>
        <p:txBody>
          <a:bodyPr/>
          <a:lstStyle>
            <a:lvl1pPr>
              <a:defRPr/>
            </a:lvl1pPr>
          </a:lstStyle>
          <a:p>
            <a:pPr lvl="0"/>
            <a:fld id="{F2B7BB15-E47F-4725-AA85-7ABFC4668A0D}" type="datetime1">
              <a:rPr lang="en-US"/>
              <a:pPr lvl="0"/>
              <a:t>8/7/2026</a:t>
            </a:fld>
            <a:endParaRPr lang="en-US"/>
          </a:p>
        </p:txBody>
      </p:sp>
      <p:sp>
        <p:nvSpPr>
          <p:cNvPr id="6" name="Footer Placeholder 5">
            <a:extLst>
              <a:ext uri="{FF2B5EF4-FFF2-40B4-BE49-F238E27FC236}">
                <a16:creationId xmlns:a16="http://schemas.microsoft.com/office/drawing/2014/main" id="{5C065FA9-22FA-D4F2-84C1-C5D702C75D07}"/>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78601E43-AA92-2CB9-F911-FF050AE4A6DC}"/>
              </a:ext>
            </a:extLst>
          </p:cNvPr>
          <p:cNvSpPr txBox="1">
            <a:spLocks noGrp="1"/>
          </p:cNvSpPr>
          <p:nvPr>
            <p:ph type="sldNum" sz="quarter" idx="8"/>
          </p:nvPr>
        </p:nvSpPr>
        <p:spPr/>
        <p:txBody>
          <a:bodyPr/>
          <a:lstStyle>
            <a:lvl1pPr>
              <a:defRPr/>
            </a:lvl1pPr>
          </a:lstStyle>
          <a:p>
            <a:pPr lvl="0"/>
            <a:fld id="{C1E44A8B-24C4-4BFA-9CDB-CC867BD6D55F}" type="slidenum">
              <a:t>‹#›</a:t>
            </a:fld>
            <a:endParaRPr lang="en-US"/>
          </a:p>
        </p:txBody>
      </p:sp>
    </p:spTree>
    <p:extLst>
      <p:ext uri="{BB962C8B-B14F-4D97-AF65-F5344CB8AC3E}">
        <p14:creationId xmlns:p14="http://schemas.microsoft.com/office/powerpoint/2010/main" val="1305123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D25C3-5ABB-85F6-B98F-4CDBF7B87161}"/>
              </a:ext>
            </a:extLst>
          </p:cNvPr>
          <p:cNvSpPr txBox="1">
            <a:spLocks noGrp="1"/>
          </p:cNvSpPr>
          <p:nvPr>
            <p:ph type="title"/>
          </p:nvPr>
        </p:nvSpPr>
        <p:spPr/>
        <p:txBody>
          <a:bodyPr/>
          <a:lstStyle>
            <a:lvl1pPr>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DF113F89-9B39-0687-427E-2DCCC3CD006B}"/>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6A6FF-8E73-C63B-4501-E4950A77DE21}"/>
              </a:ext>
            </a:extLst>
          </p:cNvPr>
          <p:cNvSpPr txBox="1">
            <a:spLocks noGrp="1"/>
          </p:cNvSpPr>
          <p:nvPr>
            <p:ph type="dt" sz="half" idx="7"/>
          </p:nvPr>
        </p:nvSpPr>
        <p:spPr/>
        <p:txBody>
          <a:bodyPr/>
          <a:lstStyle>
            <a:lvl1pPr>
              <a:defRPr/>
            </a:lvl1pPr>
          </a:lstStyle>
          <a:p>
            <a:pPr lvl="0"/>
            <a:fld id="{7139C3B8-A616-4CE4-B263-FF785F0219A7}" type="datetime1">
              <a:rPr lang="en-US"/>
              <a:pPr lvl="0"/>
              <a:t>8/7/2026</a:t>
            </a:fld>
            <a:endParaRPr lang="en-US"/>
          </a:p>
        </p:txBody>
      </p:sp>
      <p:sp>
        <p:nvSpPr>
          <p:cNvPr id="5" name="Footer Placeholder 4">
            <a:extLst>
              <a:ext uri="{FF2B5EF4-FFF2-40B4-BE49-F238E27FC236}">
                <a16:creationId xmlns:a16="http://schemas.microsoft.com/office/drawing/2014/main" id="{CC02527E-E594-D5CA-BB77-0DF2E0E9B6B3}"/>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09F94B71-83E5-CC9A-C98E-18B8DF1D25E7}"/>
              </a:ext>
            </a:extLst>
          </p:cNvPr>
          <p:cNvSpPr txBox="1">
            <a:spLocks noGrp="1"/>
          </p:cNvSpPr>
          <p:nvPr>
            <p:ph type="sldNum" sz="quarter" idx="8"/>
          </p:nvPr>
        </p:nvSpPr>
        <p:spPr/>
        <p:txBody>
          <a:bodyPr/>
          <a:lstStyle>
            <a:lvl1pPr>
              <a:defRPr/>
            </a:lvl1pPr>
          </a:lstStyle>
          <a:p>
            <a:pPr lvl="0"/>
            <a:fld id="{4F46218B-35E1-4BC5-9443-213A5CF5947B}" type="slidenum">
              <a:t>‹#›</a:t>
            </a:fld>
            <a:endParaRPr lang="en-US"/>
          </a:p>
        </p:txBody>
      </p:sp>
    </p:spTree>
    <p:extLst>
      <p:ext uri="{BB962C8B-B14F-4D97-AF65-F5344CB8AC3E}">
        <p14:creationId xmlns:p14="http://schemas.microsoft.com/office/powerpoint/2010/main" val="3076033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1485E5-80E1-4B1A-0524-8FEC6F3B3A93}"/>
              </a:ext>
            </a:extLst>
          </p:cNvPr>
          <p:cNvSpPr txBox="1">
            <a:spLocks noGrp="1"/>
          </p:cNvSpPr>
          <p:nvPr>
            <p:ph type="title" orient="vert"/>
          </p:nvPr>
        </p:nvSpPr>
        <p:spPr>
          <a:xfrm>
            <a:off x="8724903" y="365129"/>
            <a:ext cx="2628899" cy="5811834"/>
          </a:xfrm>
        </p:spPr>
        <p:txBody>
          <a:bodyPr vert="eaVert"/>
          <a:lstStyle>
            <a:lvl1pPr>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66151641-EA5A-DABB-BA25-5B615BA40508}"/>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E56E3E-20DA-EB2C-F761-B3A861C1E3D5}"/>
              </a:ext>
            </a:extLst>
          </p:cNvPr>
          <p:cNvSpPr txBox="1">
            <a:spLocks noGrp="1"/>
          </p:cNvSpPr>
          <p:nvPr>
            <p:ph type="dt" sz="half" idx="7"/>
          </p:nvPr>
        </p:nvSpPr>
        <p:spPr/>
        <p:txBody>
          <a:bodyPr/>
          <a:lstStyle>
            <a:lvl1pPr>
              <a:defRPr/>
            </a:lvl1pPr>
          </a:lstStyle>
          <a:p>
            <a:pPr lvl="0"/>
            <a:fld id="{C57DD82E-BC01-40BD-A7E9-8E62B49370FB}" type="datetime1">
              <a:rPr lang="en-US"/>
              <a:pPr lvl="0"/>
              <a:t>8/7/2026</a:t>
            </a:fld>
            <a:endParaRPr lang="en-US"/>
          </a:p>
        </p:txBody>
      </p:sp>
      <p:sp>
        <p:nvSpPr>
          <p:cNvPr id="5" name="Footer Placeholder 4">
            <a:extLst>
              <a:ext uri="{FF2B5EF4-FFF2-40B4-BE49-F238E27FC236}">
                <a16:creationId xmlns:a16="http://schemas.microsoft.com/office/drawing/2014/main" id="{03884286-AB1D-E589-47A2-5B64C8999838}"/>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32E81864-1B84-ACCE-4A27-637F055C36A4}"/>
              </a:ext>
            </a:extLst>
          </p:cNvPr>
          <p:cNvSpPr txBox="1">
            <a:spLocks noGrp="1"/>
          </p:cNvSpPr>
          <p:nvPr>
            <p:ph type="sldNum" sz="quarter" idx="8"/>
          </p:nvPr>
        </p:nvSpPr>
        <p:spPr/>
        <p:txBody>
          <a:bodyPr/>
          <a:lstStyle>
            <a:lvl1pPr>
              <a:defRPr/>
            </a:lvl1pPr>
          </a:lstStyle>
          <a:p>
            <a:pPr lvl="0"/>
            <a:fld id="{F00944B2-640A-4F6B-BE3A-94DC08292AD1}" type="slidenum">
              <a:t>‹#›</a:t>
            </a:fld>
            <a:endParaRPr lang="en-US"/>
          </a:p>
        </p:txBody>
      </p:sp>
    </p:spTree>
    <p:extLst>
      <p:ext uri="{BB962C8B-B14F-4D97-AF65-F5344CB8AC3E}">
        <p14:creationId xmlns:p14="http://schemas.microsoft.com/office/powerpoint/2010/main" val="4138240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5A4CD2-9311-2816-09B8-30C1DCFF737E}"/>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p>
        </p:txBody>
      </p:sp>
      <p:sp>
        <p:nvSpPr>
          <p:cNvPr id="3" name="Text Placeholder 2">
            <a:extLst>
              <a:ext uri="{FF2B5EF4-FFF2-40B4-BE49-F238E27FC236}">
                <a16:creationId xmlns:a16="http://schemas.microsoft.com/office/drawing/2014/main" id="{D808830F-4546-FC0A-FA4B-2593592BDC7B}"/>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A2325E-403F-AF96-24CF-0B63E966D7C3}"/>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898989"/>
                </a:solidFill>
                <a:uFillTx/>
                <a:latin typeface="Calibri"/>
              </a:defRPr>
            </a:lvl1pPr>
          </a:lstStyle>
          <a:p>
            <a:pPr lvl="0"/>
            <a:fld id="{0D60F67C-E425-4D7F-9095-1BA4D3D63A12}" type="datetime1">
              <a:rPr lang="en-US"/>
              <a:pPr lvl="0"/>
              <a:t>8/7/2026</a:t>
            </a:fld>
            <a:endParaRPr lang="en-US"/>
          </a:p>
        </p:txBody>
      </p:sp>
      <p:sp>
        <p:nvSpPr>
          <p:cNvPr id="5" name="Footer Placeholder 4">
            <a:extLst>
              <a:ext uri="{FF2B5EF4-FFF2-40B4-BE49-F238E27FC236}">
                <a16:creationId xmlns:a16="http://schemas.microsoft.com/office/drawing/2014/main" id="{F2355114-3AB9-A9BB-99C9-B737C868719B}"/>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en-US" sz="1200" b="0" i="0" u="none" strike="noStrike" kern="1200" cap="none" spc="0" baseline="0">
                <a:solidFill>
                  <a:srgbClr val="898989"/>
                </a:solidFill>
                <a:uFillTx/>
                <a:latin typeface="Calibri"/>
              </a:defRPr>
            </a:lvl1pPr>
          </a:lstStyle>
          <a:p>
            <a:pPr lvl="0"/>
            <a:endParaRPr lang="en-US"/>
          </a:p>
        </p:txBody>
      </p:sp>
      <p:sp>
        <p:nvSpPr>
          <p:cNvPr id="6" name="Slide Number Placeholder 5">
            <a:extLst>
              <a:ext uri="{FF2B5EF4-FFF2-40B4-BE49-F238E27FC236}">
                <a16:creationId xmlns:a16="http://schemas.microsoft.com/office/drawing/2014/main" id="{4500DA39-4F11-AA57-EAA1-9A353EC4E661}"/>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US" sz="1200" b="0" i="0" u="none" strike="noStrike" kern="1200" cap="none" spc="0" baseline="0">
                <a:solidFill>
                  <a:srgbClr val="898989"/>
                </a:solidFill>
                <a:uFillTx/>
                <a:latin typeface="Calibri"/>
              </a:defRPr>
            </a:lvl1pPr>
          </a:lstStyle>
          <a:p>
            <a:pPr lvl="0"/>
            <a:fld id="{3AD68BD4-6A1C-49E6-A60F-C9C6195D9E38}"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marR="0" lvl="0" indent="0" algn="l" defTabSz="914400" rtl="0" fontAlgn="auto" hangingPunct="1">
        <a:lnSpc>
          <a:spcPct val="90000"/>
        </a:lnSpc>
        <a:spcBef>
          <a:spcPts val="0"/>
        </a:spcBef>
        <a:spcAft>
          <a:spcPts val="0"/>
        </a:spcAft>
        <a:buNone/>
        <a:tabLst/>
        <a:defRPr lang="en-US" sz="4400" b="0" i="0" u="none" strike="noStrike" kern="1200" cap="none" spc="0" baseline="0">
          <a:solidFill>
            <a:srgbClr val="000000"/>
          </a:solidFill>
          <a:uFillTx/>
          <a:latin typeface="Calibri Light"/>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Calibri"/>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mailto:carlisa.anonuevo@lpu.edu.ph"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3">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DBD21-57E1-9036-1046-C02453A9E656}"/>
              </a:ext>
            </a:extLst>
          </p:cNvPr>
          <p:cNvSpPr txBox="1">
            <a:spLocks noGrp="1"/>
          </p:cNvSpPr>
          <p:nvPr>
            <p:ph type="ctrTitle"/>
          </p:nvPr>
        </p:nvSpPr>
        <p:spPr>
          <a:xfrm>
            <a:off x="1178679" y="2738335"/>
            <a:ext cx="9667658" cy="926150"/>
          </a:xfrm>
        </p:spPr>
        <p:txBody>
          <a:bodyPr>
            <a:noAutofit/>
          </a:bodyPr>
          <a:lstStyle/>
          <a:p>
            <a:pPr lvl="0"/>
            <a:r>
              <a:rPr lang="en-US" b="1">
                <a:solidFill>
                  <a:srgbClr val="C00000"/>
                </a:solidFill>
                <a:latin typeface="Arial" pitchFamily="34"/>
                <a:cs typeface="Arial" pitchFamily="34"/>
              </a:rPr>
              <a:t>COURSE ORIENTATION</a:t>
            </a:r>
          </a:p>
        </p:txBody>
      </p:sp>
      <p:sp>
        <p:nvSpPr>
          <p:cNvPr id="3" name="Subtitle 2">
            <a:extLst>
              <a:ext uri="{FF2B5EF4-FFF2-40B4-BE49-F238E27FC236}">
                <a16:creationId xmlns:a16="http://schemas.microsoft.com/office/drawing/2014/main" id="{411A72BA-1072-9B75-A56E-EA50DD827FF6}"/>
              </a:ext>
            </a:extLst>
          </p:cNvPr>
          <p:cNvSpPr txBox="1">
            <a:spLocks noGrp="1"/>
          </p:cNvSpPr>
          <p:nvPr>
            <p:ph type="subTitle" idx="1"/>
          </p:nvPr>
        </p:nvSpPr>
        <p:spPr>
          <a:xfrm>
            <a:off x="1260600" y="3664485"/>
            <a:ext cx="9585737" cy="447443"/>
          </a:xfrm>
        </p:spPr>
        <p:txBody>
          <a:bodyPr>
            <a:normAutofit lnSpcReduction="10000"/>
          </a:bodyPr>
          <a:lstStyle/>
          <a:p>
            <a:pPr lvl="0"/>
            <a:r>
              <a:rPr lang="en-US" sz="2800" dirty="0">
                <a:latin typeface="Arial" pitchFamily="34"/>
                <a:cs typeface="Arial" pitchFamily="34"/>
              </a:rPr>
              <a:t>First Semester, AY 2026-2027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name="Slide4">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3FCBF-E5BD-CCDC-4504-722BCC5786B7}"/>
              </a:ext>
            </a:extLst>
          </p:cNvPr>
          <p:cNvSpPr txBox="1">
            <a:spLocks noGrp="1"/>
          </p:cNvSpPr>
          <p:nvPr>
            <p:ph type="title"/>
          </p:nvPr>
        </p:nvSpPr>
        <p:spPr>
          <a:xfrm>
            <a:off x="823042" y="953902"/>
            <a:ext cx="7254163" cy="896349"/>
          </a:xfrm>
        </p:spPr>
        <p:txBody>
          <a:bodyPr>
            <a:noAutofit/>
          </a:bodyPr>
          <a:lstStyle/>
          <a:p>
            <a:pPr lvl="0"/>
            <a:r>
              <a:rPr lang="en-US" sz="4500" b="1">
                <a:solidFill>
                  <a:srgbClr val="C00000"/>
                </a:solidFill>
                <a:latin typeface="Arial" pitchFamily="34"/>
                <a:cs typeface="Arial" pitchFamily="34"/>
              </a:rPr>
              <a:t>Opening Prayer</a:t>
            </a:r>
          </a:p>
        </p:txBody>
      </p:sp>
      <p:sp>
        <p:nvSpPr>
          <p:cNvPr id="3" name="Subtitle 2">
            <a:extLst>
              <a:ext uri="{FF2B5EF4-FFF2-40B4-BE49-F238E27FC236}">
                <a16:creationId xmlns:a16="http://schemas.microsoft.com/office/drawing/2014/main" id="{22AF0E22-28F3-CC61-F720-D9B29DA5C2E3}"/>
              </a:ext>
            </a:extLst>
          </p:cNvPr>
          <p:cNvSpPr txBox="1">
            <a:spLocks noGrp="1"/>
          </p:cNvSpPr>
          <p:nvPr>
            <p:ph idx="1"/>
          </p:nvPr>
        </p:nvSpPr>
        <p:spPr>
          <a:xfrm>
            <a:off x="823033" y="1850251"/>
            <a:ext cx="10305406" cy="4053846"/>
          </a:xfrm>
        </p:spPr>
        <p:txBody>
          <a:bodyPr>
            <a:noAutofit/>
          </a:bodyPr>
          <a:lstStyle/>
          <a:p>
            <a:pPr marL="0" lvl="0" indent="0" algn="just">
              <a:buNone/>
            </a:pPr>
            <a:r>
              <a:rPr lang="en-US" sz="4000">
                <a:latin typeface="Arial" pitchFamily="34"/>
                <a:cs typeface="Arial" pitchFamily="34"/>
              </a:rPr>
              <a:t>Lord of light and wisdom. Grant us bright intellect, a sound judgment and retentive memory. Help us to study patiently, orderly and diligently to develop our gifts and make good use of them according to your will; as we commit ourselves to </a:t>
            </a:r>
            <a:r>
              <a:rPr lang="en-US" sz="4000" i="1">
                <a:latin typeface="Arial" pitchFamily="34"/>
                <a:cs typeface="Arial" pitchFamily="34"/>
              </a:rPr>
              <a:t>Veritas et Fortitudo, Pro deo et Patria</a:t>
            </a:r>
            <a:r>
              <a:rPr lang="en-US" sz="4000">
                <a:latin typeface="Arial" pitchFamily="34"/>
                <a:cs typeface="Arial" pitchFamily="34"/>
              </a:rPr>
              <a:t>. Amen.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name="Slide5">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9AF14-D38A-F066-C1A4-67D1A3DFB678}"/>
              </a:ext>
            </a:extLst>
          </p:cNvPr>
          <p:cNvSpPr txBox="1">
            <a:spLocks noGrp="1"/>
          </p:cNvSpPr>
          <p:nvPr>
            <p:ph type="title"/>
          </p:nvPr>
        </p:nvSpPr>
        <p:spPr>
          <a:xfrm>
            <a:off x="823042" y="953902"/>
            <a:ext cx="7254163" cy="896349"/>
          </a:xfrm>
        </p:spPr>
        <p:txBody>
          <a:bodyPr>
            <a:noAutofit/>
          </a:bodyPr>
          <a:lstStyle/>
          <a:p>
            <a:pPr lvl="0"/>
            <a:r>
              <a:rPr lang="en-US" sz="4500" b="1">
                <a:solidFill>
                  <a:srgbClr val="C00000"/>
                </a:solidFill>
                <a:latin typeface="Arial" pitchFamily="34"/>
                <a:cs typeface="Arial" pitchFamily="34"/>
              </a:rPr>
              <a:t>Outline</a:t>
            </a:r>
          </a:p>
        </p:txBody>
      </p:sp>
      <p:sp>
        <p:nvSpPr>
          <p:cNvPr id="3" name="Subtitle 2">
            <a:extLst>
              <a:ext uri="{FF2B5EF4-FFF2-40B4-BE49-F238E27FC236}">
                <a16:creationId xmlns:a16="http://schemas.microsoft.com/office/drawing/2014/main" id="{20CC8B59-EBCF-AC07-3D13-7370FF2AF5B2}"/>
              </a:ext>
            </a:extLst>
          </p:cNvPr>
          <p:cNvSpPr txBox="1">
            <a:spLocks noGrp="1"/>
          </p:cNvSpPr>
          <p:nvPr>
            <p:ph idx="1"/>
          </p:nvPr>
        </p:nvSpPr>
        <p:spPr>
          <a:xfrm>
            <a:off x="823033" y="1850251"/>
            <a:ext cx="10305406" cy="4053846"/>
          </a:xfrm>
        </p:spPr>
        <p:txBody>
          <a:bodyPr>
            <a:noAutofit/>
          </a:bodyPr>
          <a:lstStyle/>
          <a:p>
            <a:pPr lvl="0" algn="just">
              <a:buFont typeface="Wingdings" pitchFamily="2"/>
              <a:buChar char="§"/>
            </a:pPr>
            <a:r>
              <a:rPr lang="en-US" sz="3200">
                <a:latin typeface="Arial" pitchFamily="34"/>
                <a:cs typeface="Arial" pitchFamily="34"/>
              </a:rPr>
              <a:t>Introductions</a:t>
            </a:r>
          </a:p>
          <a:p>
            <a:pPr lvl="0" algn="just">
              <a:buFont typeface="Wingdings" pitchFamily="2"/>
              <a:buChar char="§"/>
            </a:pPr>
            <a:r>
              <a:rPr lang="en-US" sz="3200">
                <a:latin typeface="Arial" pitchFamily="34"/>
                <a:cs typeface="Arial" pitchFamily="34"/>
              </a:rPr>
              <a:t>LPU and CLAE </a:t>
            </a:r>
          </a:p>
          <a:p>
            <a:pPr lvl="0" algn="just">
              <a:buFont typeface="Wingdings" pitchFamily="2"/>
              <a:buChar char="§"/>
            </a:pPr>
            <a:r>
              <a:rPr lang="en-US" sz="3200">
                <a:latin typeface="Arial" pitchFamily="34"/>
                <a:cs typeface="Arial" pitchFamily="34"/>
              </a:rPr>
              <a:t>Classroom Policies</a:t>
            </a:r>
          </a:p>
          <a:p>
            <a:pPr lvl="0" algn="just">
              <a:buFont typeface="Wingdings" pitchFamily="2"/>
              <a:buChar char="§"/>
            </a:pPr>
            <a:r>
              <a:rPr lang="en-US" sz="3200">
                <a:latin typeface="Arial" pitchFamily="34"/>
                <a:cs typeface="Arial" pitchFamily="34"/>
              </a:rPr>
              <a:t>Course Description, Course Outcomes, Topic Outline</a:t>
            </a:r>
          </a:p>
          <a:p>
            <a:pPr lvl="0" algn="just">
              <a:buFont typeface="Wingdings" pitchFamily="2"/>
              <a:buChar char="§"/>
            </a:pPr>
            <a:r>
              <a:rPr lang="en-US" sz="3200">
                <a:latin typeface="Arial" pitchFamily="34"/>
                <a:cs typeface="Arial" pitchFamily="34"/>
              </a:rPr>
              <a:t>Course Requirements and Grading System</a:t>
            </a:r>
          </a:p>
          <a:p>
            <a:pPr lvl="0" algn="just">
              <a:buFont typeface="Wingdings" pitchFamily="2"/>
              <a:buChar char="§"/>
            </a:pPr>
            <a:r>
              <a:rPr lang="en-US" sz="3200">
                <a:latin typeface="Arial" pitchFamily="34"/>
                <a:cs typeface="Arial" pitchFamily="34"/>
              </a:rPr>
              <a:t>Setting of Expectations</a:t>
            </a:r>
          </a:p>
          <a:p>
            <a:pPr lvl="0" algn="just">
              <a:buFont typeface="Wingdings" pitchFamily="2"/>
              <a:buChar char="§"/>
            </a:pPr>
            <a:r>
              <a:rPr lang="en-US" sz="3200">
                <a:latin typeface="Arial" pitchFamily="34"/>
                <a:cs typeface="Arial" pitchFamily="34"/>
              </a:rPr>
              <a:t>Academic Calendar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7">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6D06B-F276-8651-D30F-4F902091B095}"/>
              </a:ext>
            </a:extLst>
          </p:cNvPr>
          <p:cNvSpPr txBox="1">
            <a:spLocks noGrp="1"/>
          </p:cNvSpPr>
          <p:nvPr>
            <p:ph type="ctrTitle"/>
          </p:nvPr>
        </p:nvSpPr>
        <p:spPr>
          <a:xfrm>
            <a:off x="1178679" y="2738335"/>
            <a:ext cx="9667658" cy="926150"/>
          </a:xfrm>
        </p:spPr>
        <p:txBody>
          <a:bodyPr>
            <a:noAutofit/>
          </a:bodyPr>
          <a:lstStyle/>
          <a:p>
            <a:pPr lvl="0"/>
            <a:r>
              <a:rPr lang="en-US" b="1">
                <a:solidFill>
                  <a:srgbClr val="C00000"/>
                </a:solidFill>
                <a:latin typeface="Arial" pitchFamily="34"/>
                <a:cs typeface="Arial" pitchFamily="34"/>
              </a:rPr>
              <a:t>INTRODUCTIONS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Slide6">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B2B4A-C7F1-348A-A6E3-6A046295B2AF}"/>
              </a:ext>
            </a:extLst>
          </p:cNvPr>
          <p:cNvSpPr txBox="1">
            <a:spLocks noGrp="1"/>
          </p:cNvSpPr>
          <p:nvPr>
            <p:ph type="title"/>
          </p:nvPr>
        </p:nvSpPr>
        <p:spPr>
          <a:xfrm>
            <a:off x="823033" y="953902"/>
            <a:ext cx="9950253" cy="896349"/>
          </a:xfrm>
        </p:spPr>
        <p:txBody>
          <a:bodyPr>
            <a:noAutofit/>
          </a:bodyPr>
          <a:lstStyle/>
          <a:p>
            <a:pPr lvl="0"/>
            <a:r>
              <a:rPr lang="en-US" sz="4500" b="1" dirty="0">
                <a:solidFill>
                  <a:srgbClr val="C00000"/>
                </a:solidFill>
                <a:latin typeface="Arial" pitchFamily="34"/>
                <a:cs typeface="Arial" pitchFamily="34"/>
              </a:rPr>
              <a:t>INTRODUCTIONS: </a:t>
            </a:r>
            <a:br>
              <a:rPr lang="en-US" sz="4500" b="1" dirty="0">
                <a:solidFill>
                  <a:srgbClr val="C00000"/>
                </a:solidFill>
                <a:latin typeface="Arial" pitchFamily="34"/>
                <a:cs typeface="Arial" pitchFamily="34"/>
              </a:rPr>
            </a:br>
            <a:r>
              <a:rPr lang="en-US" sz="4500" b="1" dirty="0">
                <a:solidFill>
                  <a:srgbClr val="C00000"/>
                </a:solidFill>
                <a:latin typeface="Arial" pitchFamily="34"/>
                <a:cs typeface="Arial" pitchFamily="34"/>
              </a:rPr>
              <a:t>Course Instructor </a:t>
            </a:r>
          </a:p>
        </p:txBody>
      </p:sp>
      <p:sp>
        <p:nvSpPr>
          <p:cNvPr id="3" name="Subtitle 2">
            <a:extLst>
              <a:ext uri="{FF2B5EF4-FFF2-40B4-BE49-F238E27FC236}">
                <a16:creationId xmlns:a16="http://schemas.microsoft.com/office/drawing/2014/main" id="{7D1142C1-9732-CC1C-3AD4-B9BD82C6E175}"/>
              </a:ext>
            </a:extLst>
          </p:cNvPr>
          <p:cNvSpPr txBox="1">
            <a:spLocks noGrp="1"/>
          </p:cNvSpPr>
          <p:nvPr>
            <p:ph idx="1"/>
          </p:nvPr>
        </p:nvSpPr>
        <p:spPr>
          <a:xfrm>
            <a:off x="823032" y="2013015"/>
            <a:ext cx="10794201" cy="4038648"/>
          </a:xfrm>
        </p:spPr>
        <p:txBody>
          <a:bodyPr>
            <a:noAutofit/>
          </a:bodyPr>
          <a:lstStyle/>
          <a:p>
            <a:pPr marL="0" lvl="0" indent="0" algn="ctr">
              <a:buNone/>
            </a:pPr>
            <a:r>
              <a:rPr lang="en-US" sz="4000" b="1" dirty="0">
                <a:latin typeface="Arial" pitchFamily="34"/>
                <a:cs typeface="Arial" pitchFamily="34"/>
              </a:rPr>
              <a:t>MS. CARLISA A. ANONUEVO</a:t>
            </a:r>
          </a:p>
          <a:p>
            <a:pPr lvl="0" algn="just">
              <a:buFont typeface="Wingdings" pitchFamily="2"/>
              <a:buChar char="§"/>
            </a:pPr>
            <a:r>
              <a:rPr lang="en-US" sz="3600" dirty="0">
                <a:latin typeface="Arial" pitchFamily="34"/>
                <a:cs typeface="Arial" pitchFamily="34"/>
              </a:rPr>
              <a:t>BSE Major in English</a:t>
            </a:r>
          </a:p>
          <a:p>
            <a:pPr lvl="0" algn="just">
              <a:buFont typeface="Wingdings" pitchFamily="2"/>
              <a:buChar char="§"/>
            </a:pPr>
            <a:r>
              <a:rPr lang="en-US" sz="3600" dirty="0">
                <a:latin typeface="Arial" pitchFamily="34"/>
                <a:cs typeface="Arial" pitchFamily="34"/>
              </a:rPr>
              <a:t>Master in Educational Management</a:t>
            </a:r>
          </a:p>
          <a:p>
            <a:pPr lvl="0" algn="just">
              <a:buFont typeface="Wingdings" pitchFamily="2"/>
              <a:buChar char="§"/>
            </a:pPr>
            <a:r>
              <a:rPr lang="en-US" sz="3600" dirty="0" err="1">
                <a:latin typeface="Arial" pitchFamily="34"/>
                <a:cs typeface="Arial" pitchFamily="34"/>
              </a:rPr>
              <a:t>Phd</a:t>
            </a:r>
            <a:r>
              <a:rPr lang="en-US" sz="3600" dirty="0">
                <a:latin typeface="Arial" pitchFamily="34"/>
                <a:cs typeface="Arial" pitchFamily="34"/>
              </a:rPr>
              <a:t> in English Language (ongoing-Acad. Req.)</a:t>
            </a:r>
          </a:p>
          <a:p>
            <a:pPr lvl="0" algn="just">
              <a:buFont typeface="Wingdings" pitchFamily="2"/>
              <a:buChar char="§"/>
            </a:pPr>
            <a:r>
              <a:rPr lang="en-US" sz="3600" dirty="0">
                <a:latin typeface="Arial" pitchFamily="34"/>
                <a:cs typeface="Arial" pitchFamily="34"/>
                <a:hlinkClick r:id="rId3"/>
              </a:rPr>
              <a:t>carlisa.anonuevo@lpu.edu.ph</a:t>
            </a:r>
            <a:endParaRPr lang="en-US" sz="3600" dirty="0">
              <a:latin typeface="Arial" pitchFamily="34"/>
              <a:cs typeface="Arial" pitchFamily="34"/>
            </a:endParaRPr>
          </a:p>
          <a:p>
            <a:pPr lvl="0" algn="just">
              <a:buFont typeface="Wingdings" pitchFamily="2"/>
              <a:buChar char="§"/>
            </a:pPr>
            <a:r>
              <a:rPr lang="en-US" sz="3600" dirty="0">
                <a:latin typeface="Arial" pitchFamily="34"/>
                <a:cs typeface="Arial" pitchFamily="34"/>
              </a:rPr>
              <a:t>College of Liberal Arts and Education</a:t>
            </a:r>
          </a:p>
          <a:p>
            <a:pPr lvl="0" algn="just">
              <a:buFont typeface="Wingdings" pitchFamily="2"/>
              <a:buChar char="§"/>
            </a:pPr>
            <a:endParaRPr lang="en-US" sz="4000" dirty="0">
              <a:latin typeface="Arial" pitchFamily="34"/>
              <a:cs typeface="Arial" pitchFamily="34"/>
            </a:endParaRPr>
          </a:p>
          <a:p>
            <a:pPr lvl="0" algn="just">
              <a:buFont typeface="Wingdings" pitchFamily="2"/>
              <a:buChar char="§"/>
            </a:pPr>
            <a:endParaRPr lang="en-US" sz="4000" dirty="0">
              <a:latin typeface="Arial" pitchFamily="34"/>
              <a:cs typeface="Arial" pitchFamily="3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Slide8">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84626-3D4F-5C33-C807-A145578E4005}"/>
              </a:ext>
            </a:extLst>
          </p:cNvPr>
          <p:cNvSpPr txBox="1">
            <a:spLocks noGrp="1"/>
          </p:cNvSpPr>
          <p:nvPr>
            <p:ph type="title"/>
          </p:nvPr>
        </p:nvSpPr>
        <p:spPr>
          <a:xfrm>
            <a:off x="823033" y="953902"/>
            <a:ext cx="9950253" cy="896349"/>
          </a:xfrm>
        </p:spPr>
        <p:txBody>
          <a:bodyPr>
            <a:noAutofit/>
          </a:bodyPr>
          <a:lstStyle/>
          <a:p>
            <a:pPr lvl="0"/>
            <a:r>
              <a:rPr lang="en-US" sz="4500" b="1">
                <a:solidFill>
                  <a:srgbClr val="C00000"/>
                </a:solidFill>
                <a:latin typeface="Arial" pitchFamily="34"/>
                <a:cs typeface="Arial" pitchFamily="34"/>
              </a:rPr>
              <a:t>INTRODUCTIONS: </a:t>
            </a:r>
            <a:br>
              <a:rPr lang="en-US" sz="4500" b="1">
                <a:solidFill>
                  <a:srgbClr val="C00000"/>
                </a:solidFill>
                <a:latin typeface="Arial" pitchFamily="34"/>
                <a:cs typeface="Arial" pitchFamily="34"/>
              </a:rPr>
            </a:br>
            <a:r>
              <a:rPr lang="en-US" sz="4500" b="1">
                <a:solidFill>
                  <a:srgbClr val="C00000"/>
                </a:solidFill>
                <a:latin typeface="Arial" pitchFamily="34"/>
                <a:cs typeface="Arial" pitchFamily="34"/>
              </a:rPr>
              <a:t>Students</a:t>
            </a:r>
          </a:p>
        </p:txBody>
      </p:sp>
      <p:sp>
        <p:nvSpPr>
          <p:cNvPr id="3" name="Subtitle 2">
            <a:extLst>
              <a:ext uri="{FF2B5EF4-FFF2-40B4-BE49-F238E27FC236}">
                <a16:creationId xmlns:a16="http://schemas.microsoft.com/office/drawing/2014/main" id="{8C856EC0-C89D-1755-449D-8BAF4653A565}"/>
              </a:ext>
            </a:extLst>
          </p:cNvPr>
          <p:cNvSpPr txBox="1">
            <a:spLocks noGrp="1"/>
          </p:cNvSpPr>
          <p:nvPr>
            <p:ph idx="1"/>
          </p:nvPr>
        </p:nvSpPr>
        <p:spPr>
          <a:xfrm>
            <a:off x="823033" y="2013015"/>
            <a:ext cx="10305406" cy="4038648"/>
          </a:xfrm>
        </p:spPr>
        <p:txBody>
          <a:bodyPr>
            <a:noAutofit/>
          </a:bodyPr>
          <a:lstStyle/>
          <a:p>
            <a:pPr algn="just">
              <a:buFont typeface="Wingdings" pitchFamily="2"/>
              <a:buChar char="§"/>
            </a:pPr>
            <a:r>
              <a:rPr lang="en-US" sz="4000" b="1" dirty="0">
                <a:solidFill>
                  <a:schemeClr val="accent1">
                    <a:lumMod val="75000"/>
                  </a:schemeClr>
                </a:solidFill>
                <a:latin typeface="Arial" panose="020B0604020202020204" pitchFamily="34" charset="0"/>
                <a:cs typeface="Arial" panose="020B0604020202020204" pitchFamily="34" charset="0"/>
              </a:rPr>
              <a:t>State your name, course and 2 adjectives that would best describe you.</a:t>
            </a:r>
          </a:p>
          <a:p>
            <a:pPr lvl="0" algn="just">
              <a:buFont typeface="Wingdings" pitchFamily="2"/>
              <a:buChar char="§"/>
            </a:pPr>
            <a:endParaRPr lang="en-US" sz="4000" dirty="0">
              <a:latin typeface="Arial" pitchFamily="34"/>
              <a:cs typeface="Arial" pitchFamily="3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Slide9">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6F10B-6390-FB00-A802-95C7C9E6985B}"/>
              </a:ext>
            </a:extLst>
          </p:cNvPr>
          <p:cNvSpPr txBox="1">
            <a:spLocks noGrp="1"/>
          </p:cNvSpPr>
          <p:nvPr>
            <p:ph type="ctrTitle"/>
          </p:nvPr>
        </p:nvSpPr>
        <p:spPr>
          <a:xfrm>
            <a:off x="1178679" y="2738335"/>
            <a:ext cx="9667658" cy="926150"/>
          </a:xfrm>
        </p:spPr>
        <p:txBody>
          <a:bodyPr>
            <a:noAutofit/>
          </a:bodyPr>
          <a:lstStyle/>
          <a:p>
            <a:pPr lvl="0"/>
            <a:r>
              <a:rPr lang="en-US" b="1">
                <a:solidFill>
                  <a:srgbClr val="C00000"/>
                </a:solidFill>
                <a:latin typeface="Arial" pitchFamily="34"/>
                <a:cs typeface="Arial" pitchFamily="34"/>
              </a:rPr>
              <a:t>LPU and CLAE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name="Slide10">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80231-79E3-C24E-DC93-896538EE40CF}"/>
              </a:ext>
            </a:extLst>
          </p:cNvPr>
          <p:cNvSpPr txBox="1">
            <a:spLocks noGrp="1"/>
          </p:cNvSpPr>
          <p:nvPr>
            <p:ph type="title"/>
          </p:nvPr>
        </p:nvSpPr>
        <p:spPr>
          <a:xfrm>
            <a:off x="823033" y="953902"/>
            <a:ext cx="9950253" cy="896349"/>
          </a:xfrm>
        </p:spPr>
        <p:txBody>
          <a:bodyPr>
            <a:noAutofit/>
          </a:bodyPr>
          <a:lstStyle/>
          <a:p>
            <a:pPr lvl="0"/>
            <a:r>
              <a:rPr lang="en-US" sz="4500" b="1">
                <a:solidFill>
                  <a:srgbClr val="C00000"/>
                </a:solidFill>
                <a:latin typeface="Arial" pitchFamily="34"/>
                <a:cs typeface="Arial" pitchFamily="34"/>
              </a:rPr>
              <a:t>LPU</a:t>
            </a:r>
          </a:p>
        </p:txBody>
      </p:sp>
      <p:sp>
        <p:nvSpPr>
          <p:cNvPr id="3" name="Subtitle 2">
            <a:extLst>
              <a:ext uri="{FF2B5EF4-FFF2-40B4-BE49-F238E27FC236}">
                <a16:creationId xmlns:a16="http://schemas.microsoft.com/office/drawing/2014/main" id="{611068B2-3799-0915-A5C8-B75A93A61EF9}"/>
              </a:ext>
            </a:extLst>
          </p:cNvPr>
          <p:cNvSpPr txBox="1">
            <a:spLocks noGrp="1"/>
          </p:cNvSpPr>
          <p:nvPr>
            <p:ph idx="1"/>
          </p:nvPr>
        </p:nvSpPr>
        <p:spPr>
          <a:xfrm>
            <a:off x="823033" y="2013015"/>
            <a:ext cx="10305406" cy="4038648"/>
          </a:xfrm>
        </p:spPr>
        <p:txBody>
          <a:bodyPr>
            <a:noAutofit/>
          </a:bodyPr>
          <a:lstStyle/>
          <a:p>
            <a:pPr marL="0" lvl="0" indent="0" algn="ctr">
              <a:buNone/>
            </a:pPr>
            <a:r>
              <a:rPr lang="en-US" sz="4000">
                <a:latin typeface="Arial" pitchFamily="34"/>
                <a:cs typeface="Arial" pitchFamily="34"/>
              </a:rPr>
              <a:t>VISION</a:t>
            </a:r>
          </a:p>
          <a:p>
            <a:pPr marL="0" lvl="0" indent="0" algn="just">
              <a:buNone/>
            </a:pPr>
            <a:r>
              <a:rPr lang="en-US" sz="4000">
                <a:latin typeface="Arial" pitchFamily="34"/>
                <a:cs typeface="Arial" pitchFamily="34"/>
              </a:rPr>
              <a:t>An internationally-accredited University by 2030, dedicated to innovation and excellence in the service of God and country.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name="Slide11">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85349-6A39-24F6-5641-DCBBC4C0B269}"/>
              </a:ext>
            </a:extLst>
          </p:cNvPr>
          <p:cNvSpPr txBox="1">
            <a:spLocks noGrp="1"/>
          </p:cNvSpPr>
          <p:nvPr>
            <p:ph type="title"/>
          </p:nvPr>
        </p:nvSpPr>
        <p:spPr>
          <a:xfrm>
            <a:off x="823033" y="953902"/>
            <a:ext cx="9950253" cy="896349"/>
          </a:xfrm>
        </p:spPr>
        <p:txBody>
          <a:bodyPr>
            <a:noAutofit/>
          </a:bodyPr>
          <a:lstStyle/>
          <a:p>
            <a:pPr lvl="0"/>
            <a:r>
              <a:rPr lang="en-US" sz="4500" b="1">
                <a:solidFill>
                  <a:srgbClr val="C00000"/>
                </a:solidFill>
                <a:latin typeface="Arial" pitchFamily="34"/>
                <a:cs typeface="Arial" pitchFamily="34"/>
              </a:rPr>
              <a:t>LPU</a:t>
            </a:r>
          </a:p>
        </p:txBody>
      </p:sp>
      <p:sp>
        <p:nvSpPr>
          <p:cNvPr id="3" name="Subtitle 2">
            <a:extLst>
              <a:ext uri="{FF2B5EF4-FFF2-40B4-BE49-F238E27FC236}">
                <a16:creationId xmlns:a16="http://schemas.microsoft.com/office/drawing/2014/main" id="{C5CD5EFE-F228-A7B9-EA19-D95F3F7C89A6}"/>
              </a:ext>
            </a:extLst>
          </p:cNvPr>
          <p:cNvSpPr txBox="1">
            <a:spLocks noGrp="1"/>
          </p:cNvSpPr>
          <p:nvPr>
            <p:ph idx="1"/>
          </p:nvPr>
        </p:nvSpPr>
        <p:spPr>
          <a:xfrm>
            <a:off x="823033" y="2013015"/>
            <a:ext cx="10305406" cy="4038648"/>
          </a:xfrm>
        </p:spPr>
        <p:txBody>
          <a:bodyPr>
            <a:noAutofit/>
          </a:bodyPr>
          <a:lstStyle/>
          <a:p>
            <a:pPr marL="0" lvl="0" indent="0" algn="ctr">
              <a:buNone/>
            </a:pPr>
            <a:r>
              <a:rPr lang="en-US" sz="2300">
                <a:latin typeface="Arial" pitchFamily="34"/>
                <a:cs typeface="Arial" pitchFamily="34"/>
              </a:rPr>
              <a:t>MISSION</a:t>
            </a:r>
          </a:p>
          <a:p>
            <a:pPr marL="0" lvl="0" indent="0" algn="just">
              <a:buNone/>
            </a:pPr>
            <a:r>
              <a:rPr lang="en-US" sz="2300">
                <a:latin typeface="Arial" pitchFamily="34"/>
                <a:cs typeface="Arial" pitchFamily="34"/>
              </a:rPr>
              <a:t>Lyceum of the Philippines University, espousing the ideals of Jose P. Laurel, is committed to the following missions:</a:t>
            </a:r>
          </a:p>
          <a:p>
            <a:pPr marL="742950" lvl="0" indent="-742950" algn="just">
              <a:buFont typeface="Calibri Light"/>
              <a:buAutoNum type="arabicPeriod"/>
            </a:pPr>
            <a:r>
              <a:rPr lang="en-US" sz="2300">
                <a:latin typeface="Arial" pitchFamily="34"/>
                <a:cs typeface="Arial" pitchFamily="34"/>
              </a:rPr>
              <a:t>Provide industry-based knowledge and skills. - INSTRUCTION</a:t>
            </a:r>
          </a:p>
          <a:p>
            <a:pPr marL="742950" lvl="0" indent="-742950" algn="just">
              <a:buFont typeface="Calibri Light"/>
              <a:buAutoNum type="arabicPeriod"/>
            </a:pPr>
            <a:r>
              <a:rPr lang="en-US" sz="2300">
                <a:latin typeface="Arial" pitchFamily="34"/>
                <a:cs typeface="Arial" pitchFamily="34"/>
              </a:rPr>
              <a:t>Undertake multi-disciplinary research. - RESEARCH </a:t>
            </a:r>
          </a:p>
          <a:p>
            <a:pPr marL="742950" lvl="0" indent="-742950" algn="just">
              <a:buFont typeface="Calibri Light"/>
              <a:buAutoNum type="arabicPeriod"/>
            </a:pPr>
            <a:r>
              <a:rPr lang="en-US" sz="2300">
                <a:latin typeface="Arial" pitchFamily="34"/>
                <a:cs typeface="Arial" pitchFamily="34"/>
              </a:rPr>
              <a:t>Support community engagement and social responsibility. - COMMUNITY ENGAGEMENT</a:t>
            </a:r>
          </a:p>
          <a:p>
            <a:pPr marL="742950" lvl="0" indent="-742950" algn="just">
              <a:buFont typeface="Calibri Light"/>
              <a:buAutoNum type="arabicPeriod"/>
            </a:pPr>
            <a:r>
              <a:rPr lang="en-US" sz="2300">
                <a:latin typeface="Arial" pitchFamily="34"/>
                <a:cs typeface="Arial" pitchFamily="34"/>
              </a:rPr>
              <a:t>Establish local and international linkages. - INSTITUTIONAL DEVELOPMENT</a:t>
            </a:r>
          </a:p>
          <a:p>
            <a:pPr marL="742950" lvl="0" indent="-742950" algn="just">
              <a:buFont typeface="Calibri Light"/>
              <a:buAutoNum type="arabicPeriod"/>
            </a:pPr>
            <a:r>
              <a:rPr lang="en-US" sz="2300">
                <a:latin typeface="Arial" pitchFamily="34"/>
                <a:cs typeface="Arial" pitchFamily="34"/>
              </a:rPr>
              <a:t>Produce sustainability advocates for global action. - SUSTAINABILITY</a:t>
            </a:r>
          </a:p>
          <a:p>
            <a:pPr marL="0" lvl="0" indent="0" algn="just">
              <a:buNone/>
            </a:pPr>
            <a:endParaRPr lang="en-US" sz="4000">
              <a:latin typeface="Arial" pitchFamily="34"/>
              <a:cs typeface="Arial" pitchFamily="3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name="Slide12">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27B2A-4A78-EC1B-64D7-73A92CF2B5A3}"/>
              </a:ext>
            </a:extLst>
          </p:cNvPr>
          <p:cNvSpPr txBox="1">
            <a:spLocks noGrp="1"/>
          </p:cNvSpPr>
          <p:nvPr>
            <p:ph type="title"/>
          </p:nvPr>
        </p:nvSpPr>
        <p:spPr>
          <a:xfrm>
            <a:off x="823033" y="953902"/>
            <a:ext cx="9950253" cy="896349"/>
          </a:xfrm>
        </p:spPr>
        <p:txBody>
          <a:bodyPr>
            <a:noAutofit/>
          </a:bodyPr>
          <a:lstStyle/>
          <a:p>
            <a:pPr lvl="0"/>
            <a:r>
              <a:rPr lang="en-US" sz="4500" b="1">
                <a:solidFill>
                  <a:srgbClr val="C00000"/>
                </a:solidFill>
                <a:latin typeface="Arial" pitchFamily="34"/>
                <a:cs typeface="Arial" pitchFamily="34"/>
              </a:rPr>
              <a:t>LPU</a:t>
            </a:r>
          </a:p>
        </p:txBody>
      </p:sp>
      <p:sp>
        <p:nvSpPr>
          <p:cNvPr id="3" name="Subtitle 2">
            <a:extLst>
              <a:ext uri="{FF2B5EF4-FFF2-40B4-BE49-F238E27FC236}">
                <a16:creationId xmlns:a16="http://schemas.microsoft.com/office/drawing/2014/main" id="{DAB32E81-E6D8-B7DC-2A81-C1AFFF85B17F}"/>
              </a:ext>
            </a:extLst>
          </p:cNvPr>
          <p:cNvSpPr txBox="1">
            <a:spLocks noGrp="1"/>
          </p:cNvSpPr>
          <p:nvPr>
            <p:ph idx="1"/>
          </p:nvPr>
        </p:nvSpPr>
        <p:spPr>
          <a:xfrm>
            <a:off x="823033" y="2013015"/>
            <a:ext cx="11368963" cy="4038648"/>
          </a:xfrm>
        </p:spPr>
        <p:txBody>
          <a:bodyPr>
            <a:noAutofit/>
          </a:bodyPr>
          <a:lstStyle/>
          <a:p>
            <a:pPr marL="0" lvl="0" indent="0" algn="ctr">
              <a:buNone/>
            </a:pPr>
            <a:r>
              <a:rPr lang="en-US" sz="3600">
                <a:latin typeface="Arial" pitchFamily="34"/>
                <a:cs typeface="Arial" pitchFamily="34"/>
              </a:rPr>
              <a:t>CORE VALUES</a:t>
            </a:r>
          </a:p>
          <a:p>
            <a:pPr marL="0" lvl="0" indent="0" algn="just">
              <a:buNone/>
            </a:pPr>
            <a:r>
              <a:rPr lang="en-US" sz="3300">
                <a:latin typeface="Arial" pitchFamily="34"/>
                <a:cs typeface="Arial" pitchFamily="34"/>
              </a:rPr>
              <a:t>L - Love of God					J - Justice	</a:t>
            </a:r>
          </a:p>
          <a:p>
            <a:pPr marL="0" lvl="0" indent="0">
              <a:buNone/>
            </a:pPr>
            <a:r>
              <a:rPr lang="en-US" sz="3300">
                <a:latin typeface="Arial" pitchFamily="34"/>
                <a:cs typeface="Arial" pitchFamily="34"/>
              </a:rPr>
              <a:t>P - Prudence		N – Nationalism 	P – Pro-environment</a:t>
            </a:r>
          </a:p>
          <a:p>
            <a:pPr marL="0" lvl="0" indent="0" algn="just">
              <a:buNone/>
            </a:pPr>
            <a:r>
              <a:rPr lang="en-US" sz="3300">
                <a:latin typeface="Arial" pitchFamily="34"/>
                <a:cs typeface="Arial" pitchFamily="34"/>
              </a:rPr>
              <a:t>U – Unity							L – Leadership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name="Slide14">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28449-83F9-9167-4564-B5F0FD03E874}"/>
              </a:ext>
            </a:extLst>
          </p:cNvPr>
          <p:cNvSpPr txBox="1">
            <a:spLocks noGrp="1"/>
          </p:cNvSpPr>
          <p:nvPr>
            <p:ph type="title"/>
          </p:nvPr>
        </p:nvSpPr>
        <p:spPr>
          <a:xfrm>
            <a:off x="823033" y="953902"/>
            <a:ext cx="9950253" cy="896349"/>
          </a:xfrm>
        </p:spPr>
        <p:txBody>
          <a:bodyPr>
            <a:noAutofit/>
          </a:bodyPr>
          <a:lstStyle/>
          <a:p>
            <a:pPr lvl="0"/>
            <a:r>
              <a:rPr lang="en-US" sz="4500" b="1">
                <a:solidFill>
                  <a:srgbClr val="C00000"/>
                </a:solidFill>
                <a:latin typeface="Arial" pitchFamily="34"/>
                <a:cs typeface="Arial" pitchFamily="34"/>
              </a:rPr>
              <a:t>CLAE</a:t>
            </a:r>
          </a:p>
        </p:txBody>
      </p:sp>
      <p:sp>
        <p:nvSpPr>
          <p:cNvPr id="3" name="Subtitle 2">
            <a:extLst>
              <a:ext uri="{FF2B5EF4-FFF2-40B4-BE49-F238E27FC236}">
                <a16:creationId xmlns:a16="http://schemas.microsoft.com/office/drawing/2014/main" id="{D38C4DB2-6955-AC40-A771-8D270D23E303}"/>
              </a:ext>
            </a:extLst>
          </p:cNvPr>
          <p:cNvSpPr txBox="1">
            <a:spLocks noGrp="1"/>
          </p:cNvSpPr>
          <p:nvPr>
            <p:ph idx="1"/>
          </p:nvPr>
        </p:nvSpPr>
        <p:spPr>
          <a:xfrm>
            <a:off x="823033" y="2013015"/>
            <a:ext cx="10305406" cy="4038648"/>
          </a:xfrm>
        </p:spPr>
        <p:txBody>
          <a:bodyPr>
            <a:noAutofit/>
          </a:bodyPr>
          <a:lstStyle/>
          <a:p>
            <a:pPr marL="0" lvl="0" indent="0" algn="ctr">
              <a:buNone/>
            </a:pPr>
            <a:r>
              <a:rPr lang="en-US" sz="4000">
                <a:latin typeface="Arial" pitchFamily="34"/>
                <a:cs typeface="Arial" pitchFamily="34"/>
              </a:rPr>
              <a:t>VISION</a:t>
            </a:r>
          </a:p>
          <a:p>
            <a:pPr marL="0" lvl="0" indent="0" algn="just">
              <a:buNone/>
            </a:pPr>
            <a:r>
              <a:rPr lang="en-US" sz="4000">
                <a:latin typeface="Arial" pitchFamily="34"/>
                <a:cs typeface="Arial" pitchFamily="34"/>
              </a:rPr>
              <a:t>CLAE envisions itself as a center of internationally recognized programs in the fields of liberal arts and education programs committed to promoting LPU ideals – Veritas et Fortitudo, Pro Deo et Patria.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name="Slide15">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38F49-8661-2AE1-EA57-E38E147B6C02}"/>
              </a:ext>
            </a:extLst>
          </p:cNvPr>
          <p:cNvSpPr txBox="1">
            <a:spLocks noGrp="1"/>
          </p:cNvSpPr>
          <p:nvPr>
            <p:ph type="title"/>
          </p:nvPr>
        </p:nvSpPr>
        <p:spPr>
          <a:xfrm>
            <a:off x="823033" y="953902"/>
            <a:ext cx="9950253" cy="896349"/>
          </a:xfrm>
        </p:spPr>
        <p:txBody>
          <a:bodyPr>
            <a:noAutofit/>
          </a:bodyPr>
          <a:lstStyle/>
          <a:p>
            <a:pPr lvl="0"/>
            <a:r>
              <a:rPr lang="en-US" sz="4500" b="1">
                <a:solidFill>
                  <a:srgbClr val="C00000"/>
                </a:solidFill>
                <a:latin typeface="Arial" pitchFamily="34"/>
                <a:cs typeface="Arial" pitchFamily="34"/>
              </a:rPr>
              <a:t>CLAE</a:t>
            </a:r>
          </a:p>
        </p:txBody>
      </p:sp>
      <p:sp>
        <p:nvSpPr>
          <p:cNvPr id="3" name="Subtitle 2">
            <a:extLst>
              <a:ext uri="{FF2B5EF4-FFF2-40B4-BE49-F238E27FC236}">
                <a16:creationId xmlns:a16="http://schemas.microsoft.com/office/drawing/2014/main" id="{15CD591F-152D-F4CF-0990-CDEF7DCC4A98}"/>
              </a:ext>
            </a:extLst>
          </p:cNvPr>
          <p:cNvSpPr txBox="1">
            <a:spLocks noGrp="1"/>
          </p:cNvSpPr>
          <p:nvPr>
            <p:ph idx="1"/>
          </p:nvPr>
        </p:nvSpPr>
        <p:spPr>
          <a:xfrm>
            <a:off x="823033" y="1679167"/>
            <a:ext cx="10305406" cy="4372496"/>
          </a:xfrm>
        </p:spPr>
        <p:txBody>
          <a:bodyPr>
            <a:noAutofit/>
          </a:bodyPr>
          <a:lstStyle/>
          <a:p>
            <a:pPr marL="0" lvl="0" indent="0" algn="ctr">
              <a:lnSpc>
                <a:spcPct val="100000"/>
              </a:lnSpc>
              <a:buNone/>
            </a:pPr>
            <a:r>
              <a:rPr lang="en-US" sz="2400" b="1">
                <a:latin typeface="Arial" pitchFamily="34"/>
                <a:cs typeface="Arial" pitchFamily="34"/>
              </a:rPr>
              <a:t>MISSION</a:t>
            </a:r>
          </a:p>
          <a:p>
            <a:pPr marL="0" lvl="0" indent="0" algn="just">
              <a:lnSpc>
                <a:spcPct val="100000"/>
              </a:lnSpc>
              <a:buNone/>
            </a:pPr>
            <a:r>
              <a:rPr lang="en-US" sz="2400">
                <a:latin typeface="Arial" pitchFamily="34"/>
                <a:cs typeface="Arial" pitchFamily="34"/>
              </a:rPr>
              <a:t>The College of Liberal Arts and Education is committed to the following mission: </a:t>
            </a:r>
          </a:p>
          <a:p>
            <a:pPr marL="457200" lvl="0" indent="-457200">
              <a:lnSpc>
                <a:spcPct val="100000"/>
              </a:lnSpc>
              <a:buFont typeface="Calibri Light"/>
              <a:buAutoNum type="arabicPeriod"/>
            </a:pPr>
            <a:r>
              <a:rPr lang="en-US" sz="2400">
                <a:solidFill>
                  <a:srgbClr val="C00000"/>
                </a:solidFill>
                <a:latin typeface="Arial"/>
                <a:cs typeface="Arial"/>
              </a:rPr>
              <a:t>C</a:t>
            </a:r>
            <a:r>
              <a:rPr lang="en-US" sz="2400">
                <a:latin typeface="Arial"/>
                <a:cs typeface="Arial"/>
              </a:rPr>
              <a:t>ultivate global skills through industry-integrated education. </a:t>
            </a:r>
          </a:p>
          <a:p>
            <a:pPr marL="457200" lvl="0" indent="-457200">
              <a:lnSpc>
                <a:spcPct val="100000"/>
              </a:lnSpc>
              <a:buFont typeface="Calibri Light"/>
              <a:buAutoNum type="arabicPeriod"/>
            </a:pPr>
            <a:r>
              <a:rPr lang="en-US" sz="2400">
                <a:solidFill>
                  <a:srgbClr val="C00000"/>
                </a:solidFill>
                <a:latin typeface="Arial"/>
                <a:cs typeface="Arial"/>
              </a:rPr>
              <a:t>L</a:t>
            </a:r>
            <a:r>
              <a:rPr lang="en-US" sz="2400">
                <a:latin typeface="Arial"/>
                <a:cs typeface="Arial"/>
              </a:rPr>
              <a:t>ead transformative SDG-aligned research in education, culture, and society.</a:t>
            </a:r>
          </a:p>
          <a:p>
            <a:pPr marL="457200" lvl="0" indent="-457200">
              <a:lnSpc>
                <a:spcPct val="100000"/>
              </a:lnSpc>
              <a:buFont typeface="Calibri Light"/>
              <a:buAutoNum type="arabicPeriod"/>
            </a:pPr>
            <a:r>
              <a:rPr lang="en-US" sz="2400">
                <a:solidFill>
                  <a:srgbClr val="C00000"/>
                </a:solidFill>
                <a:latin typeface="Arial"/>
                <a:cs typeface="Arial"/>
              </a:rPr>
              <a:t>A</a:t>
            </a:r>
            <a:r>
              <a:rPr lang="en-US" sz="2400">
                <a:latin typeface="Arial"/>
                <a:cs typeface="Arial"/>
              </a:rPr>
              <a:t>pply learning through community service and socially responsive action. </a:t>
            </a:r>
          </a:p>
          <a:p>
            <a:pPr marL="457200" lvl="0" indent="-457200">
              <a:lnSpc>
                <a:spcPct val="100000"/>
              </a:lnSpc>
              <a:buFont typeface="Calibri Light"/>
              <a:buAutoNum type="arabicPeriod"/>
            </a:pPr>
            <a:r>
              <a:rPr lang="en-US" sz="2400">
                <a:solidFill>
                  <a:srgbClr val="C00000"/>
                </a:solidFill>
                <a:latin typeface="Arial"/>
                <a:cs typeface="Arial"/>
              </a:rPr>
              <a:t>E</a:t>
            </a:r>
            <a:r>
              <a:rPr lang="en-US" sz="2400">
                <a:latin typeface="Arial"/>
                <a:cs typeface="Arial"/>
              </a:rPr>
              <a:t>nrich holistic development through creative and educational pursuits.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name="Slide16">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8F052-77A7-98DE-3B60-233109B711E4}"/>
              </a:ext>
            </a:extLst>
          </p:cNvPr>
          <p:cNvSpPr txBox="1">
            <a:spLocks noGrp="1"/>
          </p:cNvSpPr>
          <p:nvPr>
            <p:ph type="ctrTitle"/>
          </p:nvPr>
        </p:nvSpPr>
        <p:spPr>
          <a:xfrm>
            <a:off x="1178679" y="2738335"/>
            <a:ext cx="9667658" cy="926150"/>
          </a:xfrm>
        </p:spPr>
        <p:txBody>
          <a:bodyPr>
            <a:noAutofit/>
          </a:bodyPr>
          <a:lstStyle/>
          <a:p>
            <a:pPr lvl="0"/>
            <a:r>
              <a:rPr lang="en-US" b="1">
                <a:solidFill>
                  <a:srgbClr val="C00000"/>
                </a:solidFill>
                <a:latin typeface="Arial" pitchFamily="34"/>
                <a:cs typeface="Arial" pitchFamily="34"/>
              </a:rPr>
              <a:t>CLASSROOM POLICIES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name="Slide17">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F758E-246E-081D-682C-79378BB98B46}"/>
              </a:ext>
            </a:extLst>
          </p:cNvPr>
          <p:cNvSpPr txBox="1">
            <a:spLocks noGrp="1"/>
          </p:cNvSpPr>
          <p:nvPr>
            <p:ph type="title"/>
          </p:nvPr>
        </p:nvSpPr>
        <p:spPr>
          <a:xfrm>
            <a:off x="823033" y="953902"/>
            <a:ext cx="9950253" cy="896349"/>
          </a:xfrm>
        </p:spPr>
        <p:txBody>
          <a:bodyPr>
            <a:noAutofit/>
          </a:bodyPr>
          <a:lstStyle/>
          <a:p>
            <a:pPr lvl="0"/>
            <a:r>
              <a:rPr lang="en-US" sz="4500" b="1">
                <a:solidFill>
                  <a:srgbClr val="C00000"/>
                </a:solidFill>
                <a:latin typeface="Arial" pitchFamily="34"/>
                <a:cs typeface="Arial" pitchFamily="34"/>
              </a:rPr>
              <a:t>CLASSROOM POLICIES</a:t>
            </a:r>
          </a:p>
        </p:txBody>
      </p:sp>
      <p:sp>
        <p:nvSpPr>
          <p:cNvPr id="3" name="Subtitle 2">
            <a:extLst>
              <a:ext uri="{FF2B5EF4-FFF2-40B4-BE49-F238E27FC236}">
                <a16:creationId xmlns:a16="http://schemas.microsoft.com/office/drawing/2014/main" id="{F06FE2F2-C4C5-2574-DDC8-304D81A7F5E6}"/>
              </a:ext>
            </a:extLst>
          </p:cNvPr>
          <p:cNvSpPr txBox="1">
            <a:spLocks noGrp="1"/>
          </p:cNvSpPr>
          <p:nvPr>
            <p:ph idx="1"/>
          </p:nvPr>
        </p:nvSpPr>
        <p:spPr>
          <a:xfrm>
            <a:off x="823033" y="2013015"/>
            <a:ext cx="10305406" cy="4038648"/>
          </a:xfrm>
        </p:spPr>
        <p:txBody>
          <a:bodyPr>
            <a:noAutofit/>
          </a:bodyPr>
          <a:lstStyle/>
          <a:p>
            <a:pPr lvl="0">
              <a:buFont typeface="Wingdings" pitchFamily="2"/>
              <a:buChar char="§"/>
            </a:pPr>
            <a:r>
              <a:rPr lang="en-US" sz="3000" b="1">
                <a:latin typeface="Arial" pitchFamily="34"/>
                <a:cs typeface="Arial" pitchFamily="34"/>
              </a:rPr>
              <a:t>Attendance</a:t>
            </a:r>
            <a:r>
              <a:rPr lang="en-US" sz="3000">
                <a:latin typeface="Arial" pitchFamily="34"/>
                <a:cs typeface="Arial" pitchFamily="34"/>
              </a:rPr>
              <a:t> of the students in classes is required and will be monitored every meeting.</a:t>
            </a:r>
          </a:p>
          <a:p>
            <a:pPr marL="514350" lvl="0" indent="-514350">
              <a:buFont typeface="Calibri Light"/>
              <a:buAutoNum type="arabicPeriod"/>
            </a:pPr>
            <a:r>
              <a:rPr lang="en-US" sz="3000">
                <a:latin typeface="Arial" pitchFamily="34"/>
                <a:cs typeface="Arial" pitchFamily="34"/>
              </a:rPr>
              <a:t>Tardy – arrives in class fifteen (15) minutes after the official start of the class period </a:t>
            </a:r>
          </a:p>
          <a:p>
            <a:pPr marL="514350" lvl="0" indent="-514350">
              <a:buFont typeface="Calibri Light"/>
              <a:buAutoNum type="arabicPeriod"/>
            </a:pPr>
            <a:r>
              <a:rPr lang="en-US" sz="3000">
                <a:latin typeface="Arial" pitchFamily="34"/>
                <a:cs typeface="Arial" pitchFamily="34"/>
              </a:rPr>
              <a:t>Absent – arrives in class thirty (30) minutes after the official start of the class period; incur 3 Tardy marks</a:t>
            </a:r>
          </a:p>
          <a:p>
            <a:pPr marL="514350" lvl="0" indent="-514350">
              <a:buFont typeface="Calibri Light"/>
              <a:buAutoNum type="arabicPeriod"/>
            </a:pPr>
            <a:r>
              <a:rPr lang="en-US" sz="3000">
                <a:latin typeface="Arial" pitchFamily="34"/>
                <a:cs typeface="Arial" pitchFamily="34"/>
              </a:rPr>
              <a:t>Failure Due to Absences (FDA) – incurs seven (7) absences + 1 Tardiness (for 1.5 class); 3 + 1 tardy for 3-hr class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name="Slide19">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8B576-778E-1943-7A00-AC34C4BD60E2}"/>
              </a:ext>
            </a:extLst>
          </p:cNvPr>
          <p:cNvSpPr txBox="1">
            <a:spLocks noGrp="1"/>
          </p:cNvSpPr>
          <p:nvPr>
            <p:ph type="title"/>
          </p:nvPr>
        </p:nvSpPr>
        <p:spPr>
          <a:xfrm>
            <a:off x="823033" y="953902"/>
            <a:ext cx="9950253" cy="896349"/>
          </a:xfrm>
        </p:spPr>
        <p:txBody>
          <a:bodyPr>
            <a:noAutofit/>
          </a:bodyPr>
          <a:lstStyle/>
          <a:p>
            <a:pPr lvl="0"/>
            <a:r>
              <a:rPr lang="en-US" sz="4500" b="1">
                <a:solidFill>
                  <a:srgbClr val="C00000"/>
                </a:solidFill>
                <a:latin typeface="Arial" pitchFamily="34"/>
                <a:cs typeface="Arial" pitchFamily="34"/>
              </a:rPr>
              <a:t>CLASSROOM POLICIES</a:t>
            </a:r>
          </a:p>
        </p:txBody>
      </p:sp>
      <p:sp>
        <p:nvSpPr>
          <p:cNvPr id="3" name="Subtitle 2">
            <a:extLst>
              <a:ext uri="{FF2B5EF4-FFF2-40B4-BE49-F238E27FC236}">
                <a16:creationId xmlns:a16="http://schemas.microsoft.com/office/drawing/2014/main" id="{8DC03116-B202-79FD-BE7D-D2BCE5233244}"/>
              </a:ext>
            </a:extLst>
          </p:cNvPr>
          <p:cNvSpPr txBox="1">
            <a:spLocks noGrp="1"/>
          </p:cNvSpPr>
          <p:nvPr>
            <p:ph idx="1"/>
          </p:nvPr>
        </p:nvSpPr>
        <p:spPr>
          <a:xfrm>
            <a:off x="823033" y="2013015"/>
            <a:ext cx="10305406" cy="4038648"/>
          </a:xfrm>
        </p:spPr>
        <p:txBody>
          <a:bodyPr>
            <a:noAutofit/>
          </a:bodyPr>
          <a:lstStyle/>
          <a:p>
            <a:pPr lvl="0">
              <a:buFont typeface="Wingdings" pitchFamily="2"/>
              <a:buChar char="§"/>
            </a:pPr>
            <a:r>
              <a:rPr lang="en-US" b="1">
                <a:latin typeface="Arial" pitchFamily="34"/>
                <a:cs typeface="Arial" pitchFamily="34"/>
              </a:rPr>
              <a:t>Recite</a:t>
            </a:r>
            <a:r>
              <a:rPr lang="en-US">
                <a:latin typeface="Arial" pitchFamily="34"/>
                <a:cs typeface="Arial" pitchFamily="34"/>
              </a:rPr>
              <a:t> LPU Opening and Closing Prayer.</a:t>
            </a:r>
          </a:p>
          <a:p>
            <a:pPr lvl="0">
              <a:buFont typeface="Wingdings" pitchFamily="2"/>
              <a:buChar char="§"/>
            </a:pPr>
            <a:r>
              <a:rPr lang="en-US">
                <a:latin typeface="Arial" pitchFamily="34"/>
                <a:cs typeface="Arial" pitchFamily="34"/>
              </a:rPr>
              <a:t>Use of mobile phones in class is </a:t>
            </a:r>
            <a:r>
              <a:rPr lang="en-US" b="1">
                <a:latin typeface="Arial" pitchFamily="34"/>
                <a:cs typeface="Arial" pitchFamily="34"/>
              </a:rPr>
              <a:t>prohibited</a:t>
            </a:r>
            <a:r>
              <a:rPr lang="en-US">
                <a:latin typeface="Arial" pitchFamily="34"/>
                <a:cs typeface="Arial" pitchFamily="34"/>
              </a:rPr>
              <a:t>, unless the task is online.</a:t>
            </a:r>
          </a:p>
          <a:p>
            <a:pPr lvl="0">
              <a:buFont typeface="Wingdings" pitchFamily="2"/>
              <a:buChar char="§"/>
            </a:pPr>
            <a:r>
              <a:rPr lang="en-US">
                <a:latin typeface="Arial" pitchFamily="34"/>
                <a:cs typeface="Arial" pitchFamily="34"/>
              </a:rPr>
              <a:t>Bullying, disrespect, and shaming are </a:t>
            </a:r>
            <a:r>
              <a:rPr lang="en-US" b="1">
                <a:latin typeface="Arial" pitchFamily="34"/>
                <a:cs typeface="Arial" pitchFamily="34"/>
              </a:rPr>
              <a:t>highly discouraged </a:t>
            </a:r>
            <a:r>
              <a:rPr lang="en-US">
                <a:latin typeface="Arial" pitchFamily="34"/>
                <a:cs typeface="Arial" pitchFamily="34"/>
              </a:rPr>
              <a:t>in class.</a:t>
            </a:r>
          </a:p>
          <a:p>
            <a:pPr lvl="0">
              <a:buFont typeface="Wingdings" pitchFamily="2"/>
              <a:buChar char="§"/>
            </a:pPr>
            <a:r>
              <a:rPr lang="en-US">
                <a:latin typeface="Arial" pitchFamily="34"/>
                <a:cs typeface="Arial" pitchFamily="34"/>
              </a:rPr>
              <a:t>Handouts and/or other activities will be provided </a:t>
            </a:r>
            <a:r>
              <a:rPr lang="en-US" b="1">
                <a:latin typeface="Arial" pitchFamily="34"/>
                <a:cs typeface="Arial" pitchFamily="34"/>
              </a:rPr>
              <a:t>via Learning Management System (myLPU)</a:t>
            </a:r>
            <a:r>
              <a:rPr lang="en-US">
                <a:latin typeface="Arial" pitchFamily="34"/>
                <a:cs typeface="Arial" pitchFamily="34"/>
              </a:rPr>
              <a:t>.</a:t>
            </a:r>
          </a:p>
          <a:p>
            <a:pPr lvl="0">
              <a:buFont typeface="Wingdings" pitchFamily="2"/>
              <a:buChar char="§"/>
            </a:pPr>
            <a:r>
              <a:rPr lang="en-US">
                <a:latin typeface="Arial" pitchFamily="34"/>
                <a:cs typeface="Arial" pitchFamily="34"/>
              </a:rPr>
              <a:t>Eating, especially chewing gum, is </a:t>
            </a:r>
            <a:r>
              <a:rPr lang="en-US" b="1">
                <a:latin typeface="Arial" pitchFamily="34"/>
                <a:cs typeface="Arial" pitchFamily="34"/>
              </a:rPr>
              <a:t>not allowed </a:t>
            </a:r>
            <a:r>
              <a:rPr lang="en-US">
                <a:latin typeface="Arial" pitchFamily="34"/>
                <a:cs typeface="Arial" pitchFamily="34"/>
              </a:rPr>
              <a:t>in class.</a:t>
            </a:r>
          </a:p>
          <a:p>
            <a:pPr lvl="0">
              <a:buFont typeface="Wingdings" pitchFamily="2"/>
              <a:buChar char="§"/>
            </a:pPr>
            <a:r>
              <a:rPr lang="en-US">
                <a:latin typeface="Arial" pitchFamily="34"/>
                <a:cs typeface="Arial" pitchFamily="34"/>
              </a:rPr>
              <a:t>Strictly follow the prescribed uniform per college.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name="Slide20">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947F0-7F06-4717-8859-7F64A8571387}"/>
              </a:ext>
            </a:extLst>
          </p:cNvPr>
          <p:cNvSpPr txBox="1">
            <a:spLocks noGrp="1"/>
          </p:cNvSpPr>
          <p:nvPr>
            <p:ph type="title"/>
          </p:nvPr>
        </p:nvSpPr>
        <p:spPr>
          <a:xfrm>
            <a:off x="823033" y="953902"/>
            <a:ext cx="9950253" cy="896349"/>
          </a:xfrm>
        </p:spPr>
        <p:txBody>
          <a:bodyPr>
            <a:noAutofit/>
          </a:bodyPr>
          <a:lstStyle/>
          <a:p>
            <a:pPr lvl="0"/>
            <a:r>
              <a:rPr lang="en-US" sz="4500" b="1">
                <a:solidFill>
                  <a:srgbClr val="C00000"/>
                </a:solidFill>
                <a:latin typeface="Arial" pitchFamily="34"/>
                <a:cs typeface="Arial" pitchFamily="34"/>
              </a:rPr>
              <a:t>CLASSROOM POLICIES</a:t>
            </a:r>
          </a:p>
        </p:txBody>
      </p:sp>
      <p:sp>
        <p:nvSpPr>
          <p:cNvPr id="3" name="Subtitle 2">
            <a:extLst>
              <a:ext uri="{FF2B5EF4-FFF2-40B4-BE49-F238E27FC236}">
                <a16:creationId xmlns:a16="http://schemas.microsoft.com/office/drawing/2014/main" id="{D27B2A07-DC42-2DAB-E72F-79BB8580C85D}"/>
              </a:ext>
            </a:extLst>
          </p:cNvPr>
          <p:cNvSpPr txBox="1">
            <a:spLocks noGrp="1"/>
          </p:cNvSpPr>
          <p:nvPr>
            <p:ph idx="1"/>
          </p:nvPr>
        </p:nvSpPr>
        <p:spPr>
          <a:xfrm>
            <a:off x="823033" y="1850251"/>
            <a:ext cx="10305406" cy="4201411"/>
          </a:xfrm>
        </p:spPr>
        <p:txBody>
          <a:bodyPr>
            <a:noAutofit/>
          </a:bodyPr>
          <a:lstStyle/>
          <a:p>
            <a:pPr lvl="0">
              <a:buFont typeface="Wingdings" pitchFamily="2"/>
              <a:buChar char="§"/>
            </a:pPr>
            <a:r>
              <a:rPr lang="en-US" sz="2700" b="1">
                <a:latin typeface="Arial" pitchFamily="34"/>
                <a:cs typeface="Arial" pitchFamily="34"/>
              </a:rPr>
              <a:t>Practice 6S </a:t>
            </a:r>
            <a:r>
              <a:rPr lang="en-US" sz="2700">
                <a:latin typeface="Arial" pitchFamily="34"/>
                <a:cs typeface="Arial" pitchFamily="34"/>
              </a:rPr>
              <a:t>(Sort, Systematize, Sweep, Sanitize, Self-discipline, Safety) inside and outside the classroom (e.g. erase board, arrange chairs, etc.)</a:t>
            </a:r>
          </a:p>
          <a:p>
            <a:pPr lvl="0">
              <a:buFont typeface="Wingdings" pitchFamily="2"/>
              <a:buChar char="§"/>
            </a:pPr>
            <a:r>
              <a:rPr lang="en-US" sz="2700">
                <a:latin typeface="Arial" pitchFamily="34"/>
                <a:cs typeface="Arial" pitchFamily="34"/>
              </a:rPr>
              <a:t>Strictly follow the </a:t>
            </a:r>
            <a:r>
              <a:rPr lang="en-US" sz="2700" b="1">
                <a:latin typeface="Arial" pitchFamily="34"/>
                <a:cs typeface="Arial" pitchFamily="34"/>
              </a:rPr>
              <a:t>university’s health protocol</a:t>
            </a:r>
            <a:r>
              <a:rPr lang="en-US" sz="2700">
                <a:latin typeface="Arial" pitchFamily="34"/>
                <a:cs typeface="Arial" pitchFamily="34"/>
              </a:rPr>
              <a:t>. </a:t>
            </a:r>
          </a:p>
          <a:p>
            <a:pPr lvl="0">
              <a:buFont typeface="Wingdings" pitchFamily="2"/>
              <a:buChar char="§"/>
            </a:pPr>
            <a:r>
              <a:rPr lang="en-US" sz="2700">
                <a:latin typeface="Arial" pitchFamily="34"/>
                <a:cs typeface="Arial" pitchFamily="34"/>
              </a:rPr>
              <a:t>Cheating and plagiarism in the requirements submitted </a:t>
            </a:r>
            <a:r>
              <a:rPr lang="en-US" sz="2700" b="1">
                <a:latin typeface="Arial" pitchFamily="34"/>
                <a:cs typeface="Arial" pitchFamily="34"/>
              </a:rPr>
              <a:t>shall be penalized</a:t>
            </a:r>
            <a:r>
              <a:rPr lang="en-US" sz="2700">
                <a:latin typeface="Arial" pitchFamily="34"/>
                <a:cs typeface="Arial" pitchFamily="34"/>
              </a:rPr>
              <a:t> according to the Student Manual.</a:t>
            </a:r>
          </a:p>
          <a:p>
            <a:pPr lvl="0">
              <a:buFont typeface="Wingdings" pitchFamily="2"/>
              <a:buChar char="§"/>
            </a:pPr>
            <a:r>
              <a:rPr lang="en-US" sz="2700">
                <a:latin typeface="Arial" pitchFamily="34"/>
                <a:cs typeface="Arial" pitchFamily="34"/>
              </a:rPr>
              <a:t>Students must exhibit </a:t>
            </a:r>
            <a:r>
              <a:rPr lang="en-US" sz="2700" b="1">
                <a:latin typeface="Arial" pitchFamily="34"/>
                <a:cs typeface="Arial" pitchFamily="34"/>
              </a:rPr>
              <a:t>academic integrity </a:t>
            </a:r>
            <a:r>
              <a:rPr lang="en-US" sz="2700">
                <a:latin typeface="Arial" pitchFamily="34"/>
                <a:cs typeface="Arial" pitchFamily="34"/>
              </a:rPr>
              <a:t>at all times.</a:t>
            </a:r>
          </a:p>
          <a:p>
            <a:pPr lvl="0">
              <a:buFont typeface="Wingdings" pitchFamily="2"/>
              <a:buChar char="§"/>
            </a:pPr>
            <a:r>
              <a:rPr lang="en-US" sz="2700">
                <a:latin typeface="Arial" pitchFamily="34"/>
                <a:cs typeface="Arial" pitchFamily="34"/>
              </a:rPr>
              <a:t>Any concerns against the course, professor or classmates </a:t>
            </a:r>
            <a:r>
              <a:rPr lang="en-US" sz="2700" b="1">
                <a:latin typeface="Arial" pitchFamily="34"/>
                <a:cs typeface="Arial" pitchFamily="34"/>
              </a:rPr>
              <a:t>should be properly addressed to the course instructor </a:t>
            </a:r>
            <a:r>
              <a:rPr lang="en-US" sz="2700">
                <a:latin typeface="Arial" pitchFamily="34"/>
                <a:cs typeface="Arial" pitchFamily="34"/>
              </a:rPr>
              <a:t>for appropriate action.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name="Slide21">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F77EA-064E-64BF-502C-2DCD2B0C4C9A}"/>
              </a:ext>
            </a:extLst>
          </p:cNvPr>
          <p:cNvSpPr txBox="1">
            <a:spLocks noGrp="1"/>
          </p:cNvSpPr>
          <p:nvPr>
            <p:ph type="ctrTitle"/>
          </p:nvPr>
        </p:nvSpPr>
        <p:spPr>
          <a:xfrm>
            <a:off x="1178679" y="2738335"/>
            <a:ext cx="9667658" cy="2432185"/>
          </a:xfrm>
        </p:spPr>
        <p:txBody>
          <a:bodyPr>
            <a:noAutofit/>
          </a:bodyPr>
          <a:lstStyle/>
          <a:p>
            <a:pPr lvl="0"/>
            <a:r>
              <a:rPr lang="en-US" b="1">
                <a:solidFill>
                  <a:srgbClr val="C00000"/>
                </a:solidFill>
                <a:latin typeface="Arial" pitchFamily="34"/>
                <a:cs typeface="Arial" pitchFamily="34"/>
              </a:rPr>
              <a:t>COURSE DESCRIPTION, COURSE OUTCOMES, TOPIC OUTLINE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name="Slide22">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F8E2C-967D-D1BB-12E2-C58EC639B28E}"/>
              </a:ext>
            </a:extLst>
          </p:cNvPr>
          <p:cNvSpPr txBox="1">
            <a:spLocks noGrp="1"/>
          </p:cNvSpPr>
          <p:nvPr>
            <p:ph type="title"/>
          </p:nvPr>
        </p:nvSpPr>
        <p:spPr>
          <a:xfrm>
            <a:off x="823033" y="953902"/>
            <a:ext cx="9950253" cy="896349"/>
          </a:xfrm>
        </p:spPr>
        <p:txBody>
          <a:bodyPr>
            <a:noAutofit/>
          </a:bodyPr>
          <a:lstStyle/>
          <a:p>
            <a:pPr lvl="0"/>
            <a:r>
              <a:rPr lang="en-US" sz="4500" b="1">
                <a:solidFill>
                  <a:srgbClr val="C00000"/>
                </a:solidFill>
                <a:latin typeface="Arial" pitchFamily="34"/>
                <a:cs typeface="Arial" pitchFamily="34"/>
              </a:rPr>
              <a:t>COURSE DESCRIPTION</a:t>
            </a:r>
          </a:p>
        </p:txBody>
      </p:sp>
      <p:sp>
        <p:nvSpPr>
          <p:cNvPr id="3" name="Subtitle 2">
            <a:extLst>
              <a:ext uri="{FF2B5EF4-FFF2-40B4-BE49-F238E27FC236}">
                <a16:creationId xmlns:a16="http://schemas.microsoft.com/office/drawing/2014/main" id="{5A46C670-9F9E-E7B0-8710-943A3AB3F2B0}"/>
              </a:ext>
            </a:extLst>
          </p:cNvPr>
          <p:cNvSpPr txBox="1">
            <a:spLocks noGrp="1"/>
          </p:cNvSpPr>
          <p:nvPr>
            <p:ph idx="1"/>
          </p:nvPr>
        </p:nvSpPr>
        <p:spPr>
          <a:xfrm>
            <a:off x="823033" y="2013015"/>
            <a:ext cx="10305406" cy="4038648"/>
          </a:xfrm>
        </p:spPr>
        <p:txBody>
          <a:bodyPr>
            <a:noAutofit/>
          </a:bodyPr>
          <a:lstStyle/>
          <a:p>
            <a:pPr lvl="0">
              <a:buFont typeface="Wingdings" pitchFamily="2"/>
              <a:buChar char="§"/>
            </a:pPr>
            <a:r>
              <a:rPr lang="en-US" sz="4000" dirty="0">
                <a:solidFill>
                  <a:schemeClr val="accent5">
                    <a:lumMod val="75000"/>
                  </a:schemeClr>
                </a:solidFill>
                <a:latin typeface="Arial" pitchFamily="34"/>
                <a:cs typeface="Arial" pitchFamily="34"/>
              </a:rPr>
              <a:t>ENGLO1G </a:t>
            </a:r>
            <a:r>
              <a:rPr lang="en-US" sz="4000" dirty="0">
                <a:latin typeface="Arial" pitchFamily="34"/>
                <a:cs typeface="Arial" pitchFamily="34"/>
              </a:rPr>
              <a:t>–PURPOSIVE COMMUNICATION</a:t>
            </a:r>
          </a:p>
          <a:p>
            <a:pPr lvl="0">
              <a:buFont typeface="Wingdings" pitchFamily="2"/>
              <a:buChar char="§"/>
            </a:pPr>
            <a:r>
              <a:rPr lang="en-US" sz="4000" dirty="0">
                <a:solidFill>
                  <a:schemeClr val="accent5">
                    <a:lumMod val="75000"/>
                  </a:schemeClr>
                </a:solidFill>
                <a:latin typeface="Arial" pitchFamily="34"/>
                <a:cs typeface="Arial" pitchFamily="34"/>
              </a:rPr>
              <a:t>LITNO1G</a:t>
            </a:r>
            <a:r>
              <a:rPr lang="en-US" sz="4000" dirty="0">
                <a:latin typeface="Arial" pitchFamily="34"/>
                <a:cs typeface="Arial" pitchFamily="34"/>
              </a:rPr>
              <a:t> –LITERATURES OF THE PHILIPPINES</a:t>
            </a:r>
          </a:p>
          <a:p>
            <a:pPr lvl="0">
              <a:buFont typeface="Wingdings" pitchFamily="2"/>
              <a:buChar char="§"/>
            </a:pPr>
            <a:r>
              <a:rPr lang="en-US" sz="4000" dirty="0">
                <a:solidFill>
                  <a:schemeClr val="accent1">
                    <a:lumMod val="75000"/>
                  </a:schemeClr>
                </a:solidFill>
                <a:latin typeface="Arial" pitchFamily="34"/>
                <a:cs typeface="Arial" pitchFamily="34"/>
              </a:rPr>
              <a:t>JPLNO1G- </a:t>
            </a:r>
            <a:r>
              <a:rPr lang="en-US" sz="4000" dirty="0" err="1">
                <a:solidFill>
                  <a:schemeClr val="accent1">
                    <a:lumMod val="75000"/>
                  </a:schemeClr>
                </a:solidFill>
                <a:latin typeface="Arial" pitchFamily="34"/>
                <a:cs typeface="Arial" pitchFamily="34"/>
              </a:rPr>
              <a:t>JPL:Life</a:t>
            </a:r>
            <a:r>
              <a:rPr lang="en-US" sz="4000" dirty="0">
                <a:solidFill>
                  <a:schemeClr val="accent1">
                    <a:lumMod val="75000"/>
                  </a:schemeClr>
                </a:solidFill>
                <a:latin typeface="Arial" pitchFamily="34"/>
                <a:cs typeface="Arial" pitchFamily="34"/>
              </a:rPr>
              <a:t> and Works </a:t>
            </a:r>
            <a:endParaRPr lang="en-US" sz="4000" dirty="0">
              <a:latin typeface="Arial" pitchFamily="34"/>
              <a:cs typeface="Arial" pitchFamily="3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name="Slide24">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6EF20-8DB5-44DA-F4C8-2B1A057E6C5F}"/>
              </a:ext>
            </a:extLst>
          </p:cNvPr>
          <p:cNvSpPr txBox="1">
            <a:spLocks noGrp="1"/>
          </p:cNvSpPr>
          <p:nvPr>
            <p:ph type="title"/>
          </p:nvPr>
        </p:nvSpPr>
        <p:spPr>
          <a:xfrm>
            <a:off x="823033" y="953902"/>
            <a:ext cx="9950253" cy="896349"/>
          </a:xfrm>
        </p:spPr>
        <p:txBody>
          <a:bodyPr>
            <a:noAutofit/>
          </a:bodyPr>
          <a:lstStyle/>
          <a:p>
            <a:pPr lvl="0"/>
            <a:r>
              <a:rPr lang="en-US" sz="4500" b="1">
                <a:solidFill>
                  <a:srgbClr val="C00000"/>
                </a:solidFill>
                <a:latin typeface="Arial" pitchFamily="34"/>
                <a:cs typeface="Arial" pitchFamily="34"/>
              </a:rPr>
              <a:t>COURSE OUTLINE</a:t>
            </a:r>
          </a:p>
        </p:txBody>
      </p:sp>
      <p:sp>
        <p:nvSpPr>
          <p:cNvPr id="3" name="Subtitle 2">
            <a:extLst>
              <a:ext uri="{FF2B5EF4-FFF2-40B4-BE49-F238E27FC236}">
                <a16:creationId xmlns:a16="http://schemas.microsoft.com/office/drawing/2014/main" id="{4C4C3F3C-F11C-96AD-A5DA-0A6179C16892}"/>
              </a:ext>
            </a:extLst>
          </p:cNvPr>
          <p:cNvSpPr txBox="1">
            <a:spLocks noGrp="1"/>
          </p:cNvSpPr>
          <p:nvPr>
            <p:ph idx="1"/>
          </p:nvPr>
        </p:nvSpPr>
        <p:spPr>
          <a:xfrm>
            <a:off x="823033" y="2013015"/>
            <a:ext cx="10305406" cy="4038648"/>
          </a:xfrm>
        </p:spPr>
        <p:txBody>
          <a:bodyPr>
            <a:noAutofit/>
          </a:bodyPr>
          <a:lstStyle/>
          <a:p>
            <a:pPr lvl="0">
              <a:buFont typeface="Wingdings" pitchFamily="2"/>
              <a:buChar char="§"/>
            </a:pPr>
            <a:r>
              <a:rPr lang="en-US" sz="3200">
                <a:latin typeface="Arial" pitchFamily="34"/>
                <a:cs typeface="Arial" pitchFamily="34"/>
              </a:rPr>
              <a:t>Present an outline of the topics to be covered per period (Prelim, Midterm, Finals).</a:t>
            </a:r>
          </a:p>
          <a:p>
            <a:pPr lvl="0">
              <a:buFont typeface="Wingdings" pitchFamily="2"/>
              <a:buChar char="§"/>
            </a:pPr>
            <a:r>
              <a:rPr lang="en-US" sz="3200">
                <a:latin typeface="Arial" pitchFamily="34"/>
                <a:cs typeface="Arial" pitchFamily="34"/>
              </a:rPr>
              <a:t>You may also show the syllabus.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name="Slide26">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4C586-20C3-3E67-1EA0-6D558AE06E18}"/>
              </a:ext>
            </a:extLst>
          </p:cNvPr>
          <p:cNvSpPr txBox="1">
            <a:spLocks noGrp="1"/>
          </p:cNvSpPr>
          <p:nvPr>
            <p:ph type="title"/>
          </p:nvPr>
        </p:nvSpPr>
        <p:spPr>
          <a:xfrm>
            <a:off x="823033" y="953902"/>
            <a:ext cx="9950253" cy="896349"/>
          </a:xfrm>
        </p:spPr>
        <p:txBody>
          <a:bodyPr>
            <a:noAutofit/>
          </a:bodyPr>
          <a:lstStyle/>
          <a:p>
            <a:pPr lvl="0"/>
            <a:r>
              <a:rPr lang="en-US" sz="4500" b="1">
                <a:solidFill>
                  <a:srgbClr val="C00000"/>
                </a:solidFill>
                <a:latin typeface="Arial" pitchFamily="34"/>
                <a:cs typeface="Arial" pitchFamily="34"/>
              </a:rPr>
              <a:t>COURSE REQUIREMENTS</a:t>
            </a:r>
          </a:p>
        </p:txBody>
      </p:sp>
      <p:sp>
        <p:nvSpPr>
          <p:cNvPr id="3" name="Subtitle 2">
            <a:extLst>
              <a:ext uri="{FF2B5EF4-FFF2-40B4-BE49-F238E27FC236}">
                <a16:creationId xmlns:a16="http://schemas.microsoft.com/office/drawing/2014/main" id="{2155EF3C-81AA-25FB-ADD5-C4C0C7DE32D5}"/>
              </a:ext>
            </a:extLst>
          </p:cNvPr>
          <p:cNvSpPr txBox="1">
            <a:spLocks noGrp="1"/>
          </p:cNvSpPr>
          <p:nvPr>
            <p:ph idx="1"/>
          </p:nvPr>
        </p:nvSpPr>
        <p:spPr>
          <a:xfrm>
            <a:off x="823033" y="2013015"/>
            <a:ext cx="10305406" cy="4038648"/>
          </a:xfrm>
        </p:spPr>
        <p:txBody>
          <a:bodyPr>
            <a:noAutofit/>
          </a:bodyPr>
          <a:lstStyle/>
          <a:p>
            <a:pPr>
              <a:buFont typeface="Wingdings" panose="05000000000000000000" pitchFamily="2" charset="2"/>
              <a:buChar char="§"/>
            </a:pPr>
            <a:r>
              <a:rPr lang="en-US" sz="3200" dirty="0">
                <a:latin typeface="Arial" panose="020B0604020202020204" pitchFamily="34" charset="0"/>
                <a:cs typeface="Arial" panose="020B0604020202020204" pitchFamily="34" charset="0"/>
              </a:rPr>
              <a:t>TEXTBOOK</a:t>
            </a:r>
          </a:p>
          <a:p>
            <a:pPr>
              <a:buFont typeface="Wingdings" panose="05000000000000000000" pitchFamily="2" charset="2"/>
              <a:buChar char="§"/>
            </a:pPr>
            <a:r>
              <a:rPr lang="en-US" sz="3200" dirty="0">
                <a:latin typeface="Arial" panose="020B0604020202020204" pitchFamily="34" charset="0"/>
                <a:cs typeface="Arial" panose="020B0604020202020204" pitchFamily="34" charset="0"/>
              </a:rPr>
              <a:t>NOTEBOOK</a:t>
            </a:r>
          </a:p>
          <a:p>
            <a:pPr>
              <a:buFont typeface="Wingdings" panose="05000000000000000000" pitchFamily="2" charset="2"/>
              <a:buChar char="§"/>
            </a:pPr>
            <a:r>
              <a:rPr lang="en-US" sz="3200" dirty="0">
                <a:latin typeface="Arial" panose="020B0604020202020204" pitchFamily="34" charset="0"/>
                <a:cs typeface="Arial" panose="020B0604020202020204" pitchFamily="34" charset="0"/>
              </a:rPr>
              <a:t>QUIZ </a:t>
            </a:r>
          </a:p>
          <a:p>
            <a:pPr>
              <a:buFont typeface="Wingdings" panose="05000000000000000000" pitchFamily="2" charset="2"/>
              <a:buChar char="§"/>
            </a:pPr>
            <a:r>
              <a:rPr lang="en-US" sz="3200" dirty="0">
                <a:latin typeface="Arial" panose="020B0604020202020204" pitchFamily="34" charset="0"/>
                <a:cs typeface="Arial" panose="020B0604020202020204" pitchFamily="34" charset="0"/>
              </a:rPr>
              <a:t>ACTIVITY/SEATWORK/ASSIGNMENT</a:t>
            </a:r>
          </a:p>
          <a:p>
            <a:pPr>
              <a:buFont typeface="Wingdings" panose="05000000000000000000" pitchFamily="2" charset="2"/>
              <a:buChar char="§"/>
            </a:pPr>
            <a:r>
              <a:rPr lang="en-US" sz="3200" dirty="0">
                <a:latin typeface="Arial" panose="020B0604020202020204" pitchFamily="34" charset="0"/>
                <a:cs typeface="Arial" panose="020B0604020202020204" pitchFamily="34" charset="0"/>
              </a:rPr>
              <a:t>ATTENDANCE</a:t>
            </a:r>
          </a:p>
          <a:p>
            <a:pPr>
              <a:buFont typeface="Wingdings" panose="05000000000000000000" pitchFamily="2" charset="2"/>
              <a:buChar char="§"/>
            </a:pPr>
            <a:r>
              <a:rPr lang="en-US" sz="3200" dirty="0">
                <a:latin typeface="Arial" panose="020B0604020202020204" pitchFamily="34" charset="0"/>
                <a:cs typeface="Arial" panose="020B0604020202020204" pitchFamily="34" charset="0"/>
              </a:rPr>
              <a:t>MAJOR EXAM</a:t>
            </a:r>
          </a:p>
          <a:p>
            <a:pPr lvl="0">
              <a:buFont typeface="Wingdings" pitchFamily="2"/>
              <a:buChar char="§"/>
            </a:pPr>
            <a:r>
              <a:rPr lang="en-US" sz="3200" dirty="0">
                <a:latin typeface="Arial" pitchFamily="34"/>
                <a:cs typeface="Arial" pitchFamily="34"/>
              </a:rPr>
              <a:t>PROJECT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name="Slide27">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0D0F5-2010-3933-BDC3-A4593AEE8911}"/>
              </a:ext>
            </a:extLst>
          </p:cNvPr>
          <p:cNvSpPr txBox="1">
            <a:spLocks noGrp="1"/>
          </p:cNvSpPr>
          <p:nvPr>
            <p:ph type="title"/>
          </p:nvPr>
        </p:nvSpPr>
        <p:spPr>
          <a:xfrm>
            <a:off x="823033" y="953902"/>
            <a:ext cx="9950253" cy="896349"/>
          </a:xfrm>
        </p:spPr>
        <p:txBody>
          <a:bodyPr>
            <a:noAutofit/>
          </a:bodyPr>
          <a:lstStyle/>
          <a:p>
            <a:pPr lvl="0"/>
            <a:r>
              <a:rPr lang="en-US" sz="4500" b="1">
                <a:solidFill>
                  <a:srgbClr val="C00000"/>
                </a:solidFill>
                <a:latin typeface="Arial" pitchFamily="34"/>
                <a:cs typeface="Arial" pitchFamily="34"/>
              </a:rPr>
              <a:t>GRADING SYSTEM</a:t>
            </a:r>
          </a:p>
        </p:txBody>
      </p:sp>
      <p:sp>
        <p:nvSpPr>
          <p:cNvPr id="3" name="Subtitle 2">
            <a:extLst>
              <a:ext uri="{FF2B5EF4-FFF2-40B4-BE49-F238E27FC236}">
                <a16:creationId xmlns:a16="http://schemas.microsoft.com/office/drawing/2014/main" id="{C6AAAA25-012B-4B2C-F707-E97309324E9E}"/>
              </a:ext>
            </a:extLst>
          </p:cNvPr>
          <p:cNvSpPr txBox="1">
            <a:spLocks noGrp="1"/>
          </p:cNvSpPr>
          <p:nvPr>
            <p:ph idx="1"/>
          </p:nvPr>
        </p:nvSpPr>
        <p:spPr>
          <a:xfrm>
            <a:off x="823033" y="2013015"/>
            <a:ext cx="10305406" cy="4038648"/>
          </a:xfrm>
        </p:spPr>
        <p:txBody>
          <a:bodyPr>
            <a:noAutofit/>
          </a:bodyPr>
          <a:lstStyle/>
          <a:p>
            <a:pPr lvl="0">
              <a:buFont typeface="Wingdings" pitchFamily="2"/>
              <a:buChar char="§"/>
            </a:pPr>
            <a:r>
              <a:rPr lang="en-US" sz="3200">
                <a:latin typeface="Arial" pitchFamily="34"/>
                <a:cs typeface="Arial" pitchFamily="34"/>
              </a:rPr>
              <a:t>Enumerate the course requirements including the Major Exam and Creative Academic Performance (CAP) which includes the quizzes, participation, activities, etc.</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name="Slide28">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6C8B3-C01A-2FF5-DD9D-131B7DA91A92}"/>
              </a:ext>
            </a:extLst>
          </p:cNvPr>
          <p:cNvSpPr txBox="1">
            <a:spLocks noGrp="1"/>
          </p:cNvSpPr>
          <p:nvPr>
            <p:ph type="title"/>
          </p:nvPr>
        </p:nvSpPr>
        <p:spPr>
          <a:xfrm>
            <a:off x="823033" y="953902"/>
            <a:ext cx="9950253" cy="896349"/>
          </a:xfrm>
        </p:spPr>
        <p:txBody>
          <a:bodyPr>
            <a:noAutofit/>
          </a:bodyPr>
          <a:lstStyle/>
          <a:p>
            <a:pPr lvl="0"/>
            <a:r>
              <a:rPr lang="en-US" sz="4500" b="1">
                <a:solidFill>
                  <a:srgbClr val="C00000"/>
                </a:solidFill>
                <a:latin typeface="Arial" pitchFamily="34"/>
                <a:cs typeface="Arial" pitchFamily="34"/>
              </a:rPr>
              <a:t>GRADING SYSTEM</a:t>
            </a:r>
          </a:p>
        </p:txBody>
      </p:sp>
      <p:pic>
        <p:nvPicPr>
          <p:cNvPr id="3" name="Picture 5">
            <a:extLst>
              <a:ext uri="{FF2B5EF4-FFF2-40B4-BE49-F238E27FC236}">
                <a16:creationId xmlns:a16="http://schemas.microsoft.com/office/drawing/2014/main" id="{A4C77CAB-9A72-471F-F0E9-F6F24C4162D8}"/>
              </a:ext>
            </a:extLst>
          </p:cNvPr>
          <p:cNvPicPr>
            <a:picLocks noChangeAspect="1"/>
          </p:cNvPicPr>
          <p:nvPr/>
        </p:nvPicPr>
        <p:blipFill>
          <a:blip r:embed="rId3"/>
          <a:stretch>
            <a:fillRect/>
          </a:stretch>
        </p:blipFill>
        <p:spPr>
          <a:xfrm>
            <a:off x="1269141" y="1850251"/>
            <a:ext cx="9058046" cy="4331604"/>
          </a:xfrm>
          <a:prstGeom prst="rect">
            <a:avLst/>
          </a:prstGeom>
          <a:noFill/>
          <a:ln cap="flat">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name="Slide29">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4CDF6-3263-A293-2150-50E835DB384F}"/>
              </a:ext>
            </a:extLst>
          </p:cNvPr>
          <p:cNvSpPr txBox="1">
            <a:spLocks noGrp="1"/>
          </p:cNvSpPr>
          <p:nvPr>
            <p:ph type="title"/>
          </p:nvPr>
        </p:nvSpPr>
        <p:spPr>
          <a:xfrm>
            <a:off x="823033" y="953902"/>
            <a:ext cx="9950253" cy="896349"/>
          </a:xfrm>
        </p:spPr>
        <p:txBody>
          <a:bodyPr>
            <a:noAutofit/>
          </a:bodyPr>
          <a:lstStyle/>
          <a:p>
            <a:pPr lvl="0"/>
            <a:r>
              <a:rPr lang="en-US" sz="4500" b="1">
                <a:solidFill>
                  <a:srgbClr val="C00000"/>
                </a:solidFill>
                <a:latin typeface="Arial" pitchFamily="34"/>
                <a:cs typeface="Arial" pitchFamily="34"/>
              </a:rPr>
              <a:t>REFERENCES</a:t>
            </a:r>
          </a:p>
        </p:txBody>
      </p:sp>
      <p:sp>
        <p:nvSpPr>
          <p:cNvPr id="3" name="Subtitle 2">
            <a:extLst>
              <a:ext uri="{FF2B5EF4-FFF2-40B4-BE49-F238E27FC236}">
                <a16:creationId xmlns:a16="http://schemas.microsoft.com/office/drawing/2014/main" id="{75E37817-9C37-7559-9717-A85606CD4931}"/>
              </a:ext>
            </a:extLst>
          </p:cNvPr>
          <p:cNvSpPr txBox="1">
            <a:spLocks noGrp="1"/>
          </p:cNvSpPr>
          <p:nvPr>
            <p:ph idx="1"/>
          </p:nvPr>
        </p:nvSpPr>
        <p:spPr>
          <a:xfrm>
            <a:off x="823033" y="2013015"/>
            <a:ext cx="10305406" cy="4038648"/>
          </a:xfrm>
        </p:spPr>
        <p:txBody>
          <a:bodyPr>
            <a:noAutofit/>
          </a:bodyPr>
          <a:lstStyle/>
          <a:p>
            <a:pPr lvl="0">
              <a:buFont typeface="Wingdings" pitchFamily="2"/>
              <a:buChar char="§"/>
            </a:pPr>
            <a:r>
              <a:rPr lang="en-US" sz="3200" dirty="0">
                <a:latin typeface="Arial" pitchFamily="34"/>
                <a:cs typeface="Arial" pitchFamily="34"/>
              </a:rPr>
              <a:t>PURPOSIVE COMMUNICATION BOOK</a:t>
            </a:r>
          </a:p>
          <a:p>
            <a:pPr lvl="0">
              <a:buFont typeface="Wingdings" pitchFamily="2"/>
              <a:buChar char="§"/>
            </a:pPr>
            <a:r>
              <a:rPr lang="en-US" sz="3200" dirty="0">
                <a:latin typeface="Arial" pitchFamily="34"/>
                <a:cs typeface="Arial" pitchFamily="34"/>
              </a:rPr>
              <a:t>LITERATURES OF THE PHILPPINES BOOK</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name="Slide31">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09B6B-22F0-C002-1344-38003113EAC5}"/>
              </a:ext>
            </a:extLst>
          </p:cNvPr>
          <p:cNvSpPr txBox="1">
            <a:spLocks noGrp="1"/>
          </p:cNvSpPr>
          <p:nvPr>
            <p:ph type="ctrTitle"/>
          </p:nvPr>
        </p:nvSpPr>
        <p:spPr>
          <a:xfrm>
            <a:off x="1178679" y="2738335"/>
            <a:ext cx="9667658" cy="1800417"/>
          </a:xfrm>
        </p:spPr>
        <p:txBody>
          <a:bodyPr>
            <a:noAutofit/>
          </a:bodyPr>
          <a:lstStyle/>
          <a:p>
            <a:pPr lvl="0"/>
            <a:r>
              <a:rPr lang="en-US" b="1">
                <a:solidFill>
                  <a:srgbClr val="C00000"/>
                </a:solidFill>
                <a:latin typeface="Arial" pitchFamily="34"/>
                <a:cs typeface="Arial" pitchFamily="34"/>
              </a:rPr>
              <a:t>SETTING OF EXPECTATIONS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name="Slide30">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BBAC8-812A-BA32-4FAE-D85101C3641A}"/>
              </a:ext>
            </a:extLst>
          </p:cNvPr>
          <p:cNvSpPr txBox="1">
            <a:spLocks noGrp="1"/>
          </p:cNvSpPr>
          <p:nvPr>
            <p:ph type="title"/>
          </p:nvPr>
        </p:nvSpPr>
        <p:spPr>
          <a:xfrm>
            <a:off x="823033" y="953902"/>
            <a:ext cx="9950253" cy="896349"/>
          </a:xfrm>
        </p:spPr>
        <p:txBody>
          <a:bodyPr>
            <a:noAutofit/>
          </a:bodyPr>
          <a:lstStyle/>
          <a:p>
            <a:pPr lvl="0"/>
            <a:r>
              <a:rPr lang="en-US" sz="4500" b="1">
                <a:solidFill>
                  <a:srgbClr val="C00000"/>
                </a:solidFill>
                <a:latin typeface="Arial" pitchFamily="34"/>
                <a:cs typeface="Arial" pitchFamily="34"/>
              </a:rPr>
              <a:t>SETTING OF EXPECTATIONS</a:t>
            </a:r>
          </a:p>
        </p:txBody>
      </p:sp>
      <p:sp>
        <p:nvSpPr>
          <p:cNvPr id="3" name="Subtitle 2">
            <a:extLst>
              <a:ext uri="{FF2B5EF4-FFF2-40B4-BE49-F238E27FC236}">
                <a16:creationId xmlns:a16="http://schemas.microsoft.com/office/drawing/2014/main" id="{AA280578-5A6B-FAE8-CA13-DCCFD094A1F7}"/>
              </a:ext>
            </a:extLst>
          </p:cNvPr>
          <p:cNvSpPr txBox="1">
            <a:spLocks noGrp="1"/>
          </p:cNvSpPr>
          <p:nvPr>
            <p:ph idx="1"/>
          </p:nvPr>
        </p:nvSpPr>
        <p:spPr>
          <a:xfrm>
            <a:off x="823033" y="2013015"/>
            <a:ext cx="10305406" cy="4038648"/>
          </a:xfrm>
        </p:spPr>
        <p:txBody>
          <a:bodyPr>
            <a:noAutofit/>
          </a:bodyPr>
          <a:lstStyle/>
          <a:p>
            <a:pPr lvl="0">
              <a:buFont typeface="Wingdings" pitchFamily="2"/>
              <a:buChar char="§"/>
            </a:pPr>
            <a:r>
              <a:rPr lang="en-US" sz="3200">
                <a:latin typeface="Arial" pitchFamily="34"/>
                <a:cs typeface="Arial" pitchFamily="34"/>
              </a:rPr>
              <a:t>Write your expectations to the following:</a:t>
            </a:r>
          </a:p>
          <a:p>
            <a:pPr marL="514350" lvl="0" indent="-514350">
              <a:buFont typeface="Calibri Light"/>
              <a:buAutoNum type="arabicPeriod"/>
            </a:pPr>
            <a:r>
              <a:rPr lang="en-US" sz="3200">
                <a:latin typeface="Arial" pitchFamily="34"/>
                <a:cs typeface="Arial" pitchFamily="34"/>
              </a:rPr>
              <a:t>Course (Subject)</a:t>
            </a:r>
          </a:p>
          <a:p>
            <a:pPr marL="514350" lvl="0" indent="-514350">
              <a:buFont typeface="Calibri Light"/>
              <a:buAutoNum type="arabicPeriod"/>
            </a:pPr>
            <a:r>
              <a:rPr lang="en-US" sz="3200">
                <a:latin typeface="Arial" pitchFamily="34"/>
                <a:cs typeface="Arial" pitchFamily="34"/>
              </a:rPr>
              <a:t>Classmates</a:t>
            </a:r>
          </a:p>
          <a:p>
            <a:pPr marL="514350" lvl="0" indent="-514350">
              <a:buFont typeface="Calibri Light"/>
              <a:buAutoNum type="arabicPeriod"/>
            </a:pPr>
            <a:r>
              <a:rPr lang="en-US" sz="3200">
                <a:latin typeface="Arial" pitchFamily="34"/>
                <a:cs typeface="Arial" pitchFamily="34"/>
              </a:rPr>
              <a:t>Instructor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name="Slide32">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85EBC-5FC8-A52F-76CA-0F55236E9533}"/>
              </a:ext>
            </a:extLst>
          </p:cNvPr>
          <p:cNvSpPr txBox="1">
            <a:spLocks noGrp="1"/>
          </p:cNvSpPr>
          <p:nvPr>
            <p:ph type="ctrTitle"/>
          </p:nvPr>
        </p:nvSpPr>
        <p:spPr>
          <a:xfrm>
            <a:off x="1178679" y="2738335"/>
            <a:ext cx="9667658" cy="1055455"/>
          </a:xfrm>
        </p:spPr>
        <p:txBody>
          <a:bodyPr>
            <a:noAutofit/>
          </a:bodyPr>
          <a:lstStyle/>
          <a:p>
            <a:pPr lvl="0"/>
            <a:r>
              <a:rPr lang="en-US" b="1">
                <a:solidFill>
                  <a:srgbClr val="C00000"/>
                </a:solidFill>
                <a:latin typeface="Arial" pitchFamily="34"/>
                <a:cs typeface="Arial" pitchFamily="34"/>
              </a:rPr>
              <a:t>ACADEMIC CALENDAR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name="Slide33">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98144-0AB1-31BA-B7F3-1EEEDF1EC95F}"/>
              </a:ext>
            </a:extLst>
          </p:cNvPr>
          <p:cNvSpPr txBox="1">
            <a:spLocks noGrp="1"/>
          </p:cNvSpPr>
          <p:nvPr>
            <p:ph type="title"/>
          </p:nvPr>
        </p:nvSpPr>
        <p:spPr>
          <a:xfrm>
            <a:off x="0" y="953902"/>
            <a:ext cx="3777915" cy="4484372"/>
          </a:xfrm>
        </p:spPr>
        <p:txBody>
          <a:bodyPr>
            <a:noAutofit/>
          </a:bodyPr>
          <a:lstStyle/>
          <a:p>
            <a:pPr lvl="0"/>
            <a:r>
              <a:rPr lang="en-US" sz="4500" b="1" dirty="0">
                <a:solidFill>
                  <a:srgbClr val="C00000"/>
                </a:solidFill>
                <a:latin typeface="Arial" pitchFamily="34"/>
                <a:cs typeface="Arial" pitchFamily="34"/>
              </a:rPr>
              <a:t>ACADEMIC CALENDAR</a:t>
            </a:r>
          </a:p>
        </p:txBody>
      </p:sp>
      <p:pic>
        <p:nvPicPr>
          <p:cNvPr id="5" name="Picture 4">
            <a:extLst>
              <a:ext uri="{FF2B5EF4-FFF2-40B4-BE49-F238E27FC236}">
                <a16:creationId xmlns:a16="http://schemas.microsoft.com/office/drawing/2014/main" id="{E6865D24-2CE8-8E66-E63A-DC9A29C836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7011" y="0"/>
            <a:ext cx="648544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name="Slide34">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3ECF-23F1-8F1B-4A0C-446FFAD5727F}"/>
              </a:ext>
            </a:extLst>
          </p:cNvPr>
          <p:cNvSpPr txBox="1">
            <a:spLocks noGrp="1"/>
          </p:cNvSpPr>
          <p:nvPr>
            <p:ph type="title"/>
          </p:nvPr>
        </p:nvSpPr>
        <p:spPr>
          <a:xfrm>
            <a:off x="823042" y="953902"/>
            <a:ext cx="7254163" cy="896349"/>
          </a:xfrm>
        </p:spPr>
        <p:txBody>
          <a:bodyPr>
            <a:noAutofit/>
          </a:bodyPr>
          <a:lstStyle/>
          <a:p>
            <a:pPr lvl="0"/>
            <a:r>
              <a:rPr lang="en-US" sz="4500" b="1">
                <a:solidFill>
                  <a:srgbClr val="C00000"/>
                </a:solidFill>
                <a:latin typeface="Arial" pitchFamily="34"/>
                <a:cs typeface="Arial" pitchFamily="34"/>
              </a:rPr>
              <a:t>Closing Prayer</a:t>
            </a:r>
          </a:p>
        </p:txBody>
      </p:sp>
      <p:sp>
        <p:nvSpPr>
          <p:cNvPr id="3" name="Subtitle 2">
            <a:extLst>
              <a:ext uri="{FF2B5EF4-FFF2-40B4-BE49-F238E27FC236}">
                <a16:creationId xmlns:a16="http://schemas.microsoft.com/office/drawing/2014/main" id="{6BFE8255-CA8F-CA85-34F0-64916818F244}"/>
              </a:ext>
            </a:extLst>
          </p:cNvPr>
          <p:cNvSpPr txBox="1">
            <a:spLocks noGrp="1"/>
          </p:cNvSpPr>
          <p:nvPr>
            <p:ph idx="1"/>
          </p:nvPr>
        </p:nvSpPr>
        <p:spPr>
          <a:xfrm>
            <a:off x="823033" y="1850251"/>
            <a:ext cx="10305406" cy="4053846"/>
          </a:xfrm>
        </p:spPr>
        <p:txBody>
          <a:bodyPr>
            <a:noAutofit/>
          </a:bodyPr>
          <a:lstStyle/>
          <a:p>
            <a:pPr marL="0" lvl="0" indent="0" algn="just">
              <a:buNone/>
            </a:pPr>
            <a:r>
              <a:rPr lang="en-US" sz="4000">
                <a:latin typeface="Arial" pitchFamily="34"/>
                <a:cs typeface="Arial" pitchFamily="34"/>
              </a:rPr>
              <a:t>Lord, thank you for giving us the opportunity to learn and the capacity to understand. Let our knowledge be of service not only for the attainments of our goals but also for the benefit of others.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603</TotalTime>
  <Words>795</Words>
  <Application>Microsoft Office PowerPoint</Application>
  <PresentationFormat>Widescreen</PresentationFormat>
  <Paragraphs>100</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Wingdings</vt:lpstr>
      <vt:lpstr>Office Theme</vt:lpstr>
      <vt:lpstr>COURSE ORIENTATION</vt:lpstr>
      <vt:lpstr>Opening Prayer</vt:lpstr>
      <vt:lpstr>Outline</vt:lpstr>
      <vt:lpstr>INTRODUCTIONS</vt:lpstr>
      <vt:lpstr>INTRODUCTIONS:  Course Instructor </vt:lpstr>
      <vt:lpstr>INTRODUCTIONS:  Students</vt:lpstr>
      <vt:lpstr>LPU and CLAE</vt:lpstr>
      <vt:lpstr>LPU</vt:lpstr>
      <vt:lpstr>LPU</vt:lpstr>
      <vt:lpstr>LPU</vt:lpstr>
      <vt:lpstr>CLAE</vt:lpstr>
      <vt:lpstr>CLAE</vt:lpstr>
      <vt:lpstr>CLASSROOM POLICIES</vt:lpstr>
      <vt:lpstr>CLASSROOM POLICIES</vt:lpstr>
      <vt:lpstr>CLASSROOM POLICIES</vt:lpstr>
      <vt:lpstr>CLASSROOM POLICIES</vt:lpstr>
      <vt:lpstr>COURSE DESCRIPTION, COURSE OUTCOMES, TOPIC OUTLINE</vt:lpstr>
      <vt:lpstr>COURSE DESCRIPTION</vt:lpstr>
      <vt:lpstr>COURSE OUTLINE</vt:lpstr>
      <vt:lpstr>COURSE REQUIREMENTS</vt:lpstr>
      <vt:lpstr>GRADING SYSTEM</vt:lpstr>
      <vt:lpstr>GRADING SYSTEM</vt:lpstr>
      <vt:lpstr>REFERENCES</vt:lpstr>
      <vt:lpstr>SETTING OF EXPECTATIONS</vt:lpstr>
      <vt:lpstr>SETTING OF EXPECTATIONS</vt:lpstr>
      <vt:lpstr>ACADEMIC CALENDAR</vt:lpstr>
      <vt:lpstr>ACADEMIC CALENDAR</vt:lpstr>
      <vt:lpstr>Closing Prayer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Engagement Report  for the Month of July 2024</dc:title>
  <dc:creator>Vincent Cortiñas</dc:creator>
  <cp:lastModifiedBy>carl a</cp:lastModifiedBy>
  <cp:revision>19</cp:revision>
  <dcterms:created xsi:type="dcterms:W3CDTF">2024-07-16T03:28:49Z</dcterms:created>
  <dcterms:modified xsi:type="dcterms:W3CDTF">2026-08-07T06:21:49Z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0x0101009D4E23FF8E239E4884AB6EC8CA35AAB2</vt:lpwstr>
  </property>
  <property fmtid="{D5CDD505-2E9C-101B-9397-08002B2CF9AE}" pid="3" name="MediaServiceImageTags">
    <vt:lpwstr/>
  </property>
</Properties>
</file>